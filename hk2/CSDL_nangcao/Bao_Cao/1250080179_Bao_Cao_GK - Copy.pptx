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64" r:id="rId2"/>
    <p:sldId id="279" r:id="rId3"/>
    <p:sldId id="268" r:id="rId4"/>
    <p:sldId id="272" r:id="rId5"/>
    <p:sldId id="274" r:id="rId6"/>
    <p:sldId id="277" r:id="rId7"/>
    <p:sldId id="267" r:id="rId8"/>
    <p:sldId id="270" r:id="rId9"/>
    <p:sldId id="276" r:id="rId10"/>
    <p:sldId id="275" r:id="rId11"/>
    <p:sldId id="269" r:id="rId12"/>
    <p:sldId id="265" r:id="rId13"/>
    <p:sldId id="266" r:id="rId14"/>
    <p:sldId id="273" r:id="rId15"/>
    <p:sldId id="27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90" autoAdjust="0"/>
    <p:restoredTop sz="94660"/>
  </p:normalViewPr>
  <p:slideViewPr>
    <p:cSldViewPr snapToGrid="0">
      <p:cViewPr varScale="1">
        <p:scale>
          <a:sx n="55" d="100"/>
          <a:sy n="55" d="100"/>
        </p:scale>
        <p:origin x="1100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F8E487F-EEE4-47BE-ACE6-46C1F275370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A703F0F-7949-4BCF-872B-F3AE6E3720B5}">
      <dgm:prSet custT="1"/>
      <dgm:spPr/>
      <dgm:t>
        <a:bodyPr/>
        <a:lstStyle/>
        <a:p>
          <a:r>
            <a:rPr lang="vi-VN" sz="2000" b="1">
              <a:latin typeface="+mj-lt"/>
            </a:rPr>
            <a:t>1. CẤU TRÚC HỆ THỐNG</a:t>
          </a:r>
          <a:endParaRPr lang="en-US" sz="2000">
            <a:latin typeface="+mj-lt"/>
          </a:endParaRPr>
        </a:p>
      </dgm:t>
    </dgm:pt>
    <dgm:pt modelId="{361CD186-141D-4C27-9320-72AF16F297B2}" type="parTrans" cxnId="{D081970F-200C-43A5-ADD0-2175A334E01F}">
      <dgm:prSet/>
      <dgm:spPr/>
      <dgm:t>
        <a:bodyPr/>
        <a:lstStyle/>
        <a:p>
          <a:endParaRPr lang="en-US"/>
        </a:p>
      </dgm:t>
    </dgm:pt>
    <dgm:pt modelId="{F6D6796B-0F66-44BF-9C1A-1A2DE84AFDE0}" type="sibTrans" cxnId="{D081970F-200C-43A5-ADD0-2175A334E01F}">
      <dgm:prSet/>
      <dgm:spPr/>
      <dgm:t>
        <a:bodyPr/>
        <a:lstStyle/>
        <a:p>
          <a:endParaRPr lang="en-US"/>
        </a:p>
      </dgm:t>
    </dgm:pt>
    <dgm:pt modelId="{53CA5603-8A6C-4EFF-B08D-7A23C91D40BE}">
      <dgm:prSet custT="1"/>
      <dgm:spPr/>
      <dgm:t>
        <a:bodyPr/>
        <a:lstStyle/>
        <a:p>
          <a:r>
            <a:rPr lang="vi-VN" sz="2000" b="1">
              <a:latin typeface="Times New Roman" panose="02020603050405020304" pitchFamily="18" charset="0"/>
              <a:cs typeface="Times New Roman" panose="02020603050405020304" pitchFamily="18" charset="0"/>
            </a:rPr>
            <a:t>4. </a:t>
          </a:r>
          <a:r>
            <a:rPr lang="en-US" sz="2000" b="1">
              <a:latin typeface="Times New Roman" panose="02020603050405020304" pitchFamily="18" charset="0"/>
              <a:cs typeface="Times New Roman" panose="02020603050405020304" pitchFamily="18" charset="0"/>
            </a:rPr>
            <a:t>MÔ HÌNH ERD</a:t>
          </a:r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02AC605-130F-4BF6-B002-7D0F48540EF4}" type="parTrans" cxnId="{A4E96E97-A117-456A-B611-25B6A47E823B}">
      <dgm:prSet/>
      <dgm:spPr/>
      <dgm:t>
        <a:bodyPr/>
        <a:lstStyle/>
        <a:p>
          <a:endParaRPr lang="en-US"/>
        </a:p>
      </dgm:t>
    </dgm:pt>
    <dgm:pt modelId="{AED0EFC0-ED89-4FE3-93FC-992E47454B49}" type="sibTrans" cxnId="{A4E96E97-A117-456A-B611-25B6A47E823B}">
      <dgm:prSet/>
      <dgm:spPr/>
      <dgm:t>
        <a:bodyPr/>
        <a:lstStyle/>
        <a:p>
          <a:endParaRPr lang="en-US"/>
        </a:p>
      </dgm:t>
    </dgm:pt>
    <dgm:pt modelId="{A9BE23D9-03C5-46FB-B3AD-8B75D33794E0}">
      <dgm:prSet custT="1"/>
      <dgm:spPr/>
      <dgm:t>
        <a:bodyPr/>
        <a:lstStyle/>
        <a:p>
          <a:r>
            <a:rPr lang="vi-VN" sz="2000" b="1">
              <a:latin typeface="Times New Roman" panose="02020603050405020304" pitchFamily="18" charset="0"/>
              <a:cs typeface="Times New Roman" panose="02020603050405020304" pitchFamily="18" charset="0"/>
            </a:rPr>
            <a:t>5. </a:t>
          </a:r>
          <a:r>
            <a:rPr lang="en-US" sz="2000" b="1">
              <a:latin typeface="Times New Roman" panose="02020603050405020304" pitchFamily="18" charset="0"/>
              <a:cs typeface="Times New Roman" panose="02020603050405020304" pitchFamily="18" charset="0"/>
            </a:rPr>
            <a:t>MÔ HÌNH QUAN HỆ</a:t>
          </a:r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3ABD022-E865-4A26-82F2-BE41EEB80D3C}" type="parTrans" cxnId="{1C93FA07-9DB7-434B-AD01-6E6045008646}">
      <dgm:prSet/>
      <dgm:spPr/>
      <dgm:t>
        <a:bodyPr/>
        <a:lstStyle/>
        <a:p>
          <a:endParaRPr lang="en-US"/>
        </a:p>
      </dgm:t>
    </dgm:pt>
    <dgm:pt modelId="{7D439AB5-9E8B-4901-BFF7-192D89ABB6B2}" type="sibTrans" cxnId="{1C93FA07-9DB7-434B-AD01-6E6045008646}">
      <dgm:prSet/>
      <dgm:spPr/>
      <dgm:t>
        <a:bodyPr/>
        <a:lstStyle/>
        <a:p>
          <a:endParaRPr lang="en-US"/>
        </a:p>
      </dgm:t>
    </dgm:pt>
    <dgm:pt modelId="{8CA28DED-1FF1-4DA4-9349-83FAC51CA73B}">
      <dgm:prSet/>
      <dgm:spPr/>
      <dgm:t>
        <a:bodyPr/>
        <a:lstStyle/>
        <a:p>
          <a:r>
            <a:rPr lang="vi-VN" b="1">
              <a:latin typeface="Times New Roman" panose="02020603050405020304" pitchFamily="18" charset="0"/>
              <a:cs typeface="Times New Roman" panose="02020603050405020304" pitchFamily="18" charset="0"/>
            </a:rPr>
            <a:t>6. CẬP NHẬT TỒN KHO </a:t>
          </a:r>
          <a:r>
            <a:rPr lang="en-US" b="1">
              <a:latin typeface="Times New Roman" panose="02020603050405020304" pitchFamily="18" charset="0"/>
              <a:cs typeface="Times New Roman" panose="02020603050405020304" pitchFamily="18" charset="0"/>
            </a:rPr>
            <a:t>(TRIGGER)</a:t>
          </a:r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C21B5C9-9C57-421A-8D36-D385510A09E7}" type="parTrans" cxnId="{8E4FE6BC-E4CA-4612-B713-00A9BAD5A094}">
      <dgm:prSet/>
      <dgm:spPr/>
      <dgm:t>
        <a:bodyPr/>
        <a:lstStyle/>
        <a:p>
          <a:endParaRPr lang="en-US"/>
        </a:p>
      </dgm:t>
    </dgm:pt>
    <dgm:pt modelId="{2D7C3E0B-E325-4C58-B6F0-76474E6CC7F5}" type="sibTrans" cxnId="{8E4FE6BC-E4CA-4612-B713-00A9BAD5A094}">
      <dgm:prSet/>
      <dgm:spPr/>
      <dgm:t>
        <a:bodyPr/>
        <a:lstStyle/>
        <a:p>
          <a:endParaRPr lang="en-US"/>
        </a:p>
      </dgm:t>
    </dgm:pt>
    <dgm:pt modelId="{80C78398-8660-41B6-BD36-206AE8893198}">
      <dgm:prSet/>
      <dgm:spPr/>
      <dgm:t>
        <a:bodyPr/>
        <a:lstStyle/>
        <a:p>
          <a:r>
            <a:rPr lang="vi-VN" b="1">
              <a:latin typeface="Times New Roman" panose="02020603050405020304" pitchFamily="18" charset="0"/>
              <a:cs typeface="Times New Roman" panose="02020603050405020304" pitchFamily="18" charset="0"/>
            </a:rPr>
            <a:t>7. </a:t>
          </a:r>
          <a:r>
            <a:rPr lang="en-US" b="1">
              <a:latin typeface="Times New Roman" panose="02020603050405020304" pitchFamily="18" charset="0"/>
              <a:cs typeface="Times New Roman" panose="02020603050405020304" pitchFamily="18" charset="0"/>
            </a:rPr>
            <a:t>THỦ TỤC THÊM ĐƠN HÀNG (PROCEDURE)</a:t>
          </a:r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0462867-78C8-4871-B6AE-46B0F65BBC8E}" type="parTrans" cxnId="{63FF8BE6-AF52-4D72-8ED2-A4118537B345}">
      <dgm:prSet/>
      <dgm:spPr/>
      <dgm:t>
        <a:bodyPr/>
        <a:lstStyle/>
        <a:p>
          <a:endParaRPr lang="en-US"/>
        </a:p>
      </dgm:t>
    </dgm:pt>
    <dgm:pt modelId="{9B86F952-3EE8-4DF9-8FDC-4053AD523798}" type="sibTrans" cxnId="{63FF8BE6-AF52-4D72-8ED2-A4118537B345}">
      <dgm:prSet/>
      <dgm:spPr/>
      <dgm:t>
        <a:bodyPr/>
        <a:lstStyle/>
        <a:p>
          <a:endParaRPr lang="en-US"/>
        </a:p>
      </dgm:t>
    </dgm:pt>
    <dgm:pt modelId="{41CDF749-1D0A-40EE-B6E8-83BBDFFEE7E1}">
      <dgm:prSet/>
      <dgm:spPr/>
      <dgm:t>
        <a:bodyPr/>
        <a:lstStyle/>
        <a:p>
          <a:r>
            <a:rPr lang="vi-VN" b="1">
              <a:latin typeface="Times New Roman" panose="02020603050405020304" pitchFamily="18" charset="0"/>
              <a:cs typeface="Times New Roman" panose="02020603050405020304" pitchFamily="18" charset="0"/>
            </a:rPr>
            <a:t>8. </a:t>
          </a:r>
          <a:r>
            <a:rPr lang="en-US" b="1">
              <a:latin typeface="Times New Roman" panose="02020603050405020304" pitchFamily="18" charset="0"/>
              <a:cs typeface="Times New Roman" panose="02020603050405020304" pitchFamily="18" charset="0"/>
            </a:rPr>
            <a:t>TRUY VẤN TRUY XUẤT DỮ LIỆU (</a:t>
          </a:r>
          <a:r>
            <a:rPr lang="vi-VN" b="1">
              <a:latin typeface="Times New Roman" panose="02020603050405020304" pitchFamily="18" charset="0"/>
              <a:cs typeface="Times New Roman" panose="02020603050405020304" pitchFamily="18" charset="0"/>
            </a:rPr>
            <a:t>VIEW)</a:t>
          </a:r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8D0F0E9-FB4E-4603-8F34-0F8FC15FE8D6}" type="parTrans" cxnId="{C60CF960-8161-4FBC-BE00-6F1DE75E3BDF}">
      <dgm:prSet/>
      <dgm:spPr/>
      <dgm:t>
        <a:bodyPr/>
        <a:lstStyle/>
        <a:p>
          <a:endParaRPr lang="en-US"/>
        </a:p>
      </dgm:t>
    </dgm:pt>
    <dgm:pt modelId="{5DDFB5FB-6E23-4F72-85B6-DE3244680466}" type="sibTrans" cxnId="{C60CF960-8161-4FBC-BE00-6F1DE75E3BDF}">
      <dgm:prSet/>
      <dgm:spPr/>
      <dgm:t>
        <a:bodyPr/>
        <a:lstStyle/>
        <a:p>
          <a:endParaRPr lang="en-US"/>
        </a:p>
      </dgm:t>
    </dgm:pt>
    <dgm:pt modelId="{E1693E6E-D8B3-42F9-B45E-F23E08A27495}">
      <dgm:prSet/>
      <dgm:spPr/>
      <dgm:t>
        <a:bodyPr/>
        <a:lstStyle/>
        <a:p>
          <a:r>
            <a:rPr lang="vi-VN" b="1">
              <a:latin typeface="Times New Roman" panose="02020603050405020304" pitchFamily="18" charset="0"/>
              <a:cs typeface="Times New Roman" panose="02020603050405020304" pitchFamily="18" charset="0"/>
            </a:rPr>
            <a:t>9. KIỂM TRA TRẠNG THÁI TỒN KHO (FUNCTION)</a:t>
          </a:r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E940D78-390B-4CBA-9DCE-CC68D837D555}" type="parTrans" cxnId="{C5A47298-38FC-4220-8FCE-C1F76044DED2}">
      <dgm:prSet/>
      <dgm:spPr/>
      <dgm:t>
        <a:bodyPr/>
        <a:lstStyle/>
        <a:p>
          <a:endParaRPr lang="en-US"/>
        </a:p>
      </dgm:t>
    </dgm:pt>
    <dgm:pt modelId="{DA23F872-1711-4A9D-868B-E24388E257E5}" type="sibTrans" cxnId="{C5A47298-38FC-4220-8FCE-C1F76044DED2}">
      <dgm:prSet/>
      <dgm:spPr/>
      <dgm:t>
        <a:bodyPr/>
        <a:lstStyle/>
        <a:p>
          <a:endParaRPr lang="en-US"/>
        </a:p>
      </dgm:t>
    </dgm:pt>
    <dgm:pt modelId="{EBF01DA4-C08A-4C51-BD93-6F1BAB11ABB8}">
      <dgm:prSet custT="1"/>
      <dgm:spPr/>
      <dgm:t>
        <a:bodyPr/>
        <a:lstStyle/>
        <a:p>
          <a:r>
            <a:rPr lang="vi-VN" sz="2000" b="1">
              <a:latin typeface="Times New Roman" panose="02020603050405020304" pitchFamily="18" charset="0"/>
              <a:cs typeface="Times New Roman" panose="02020603050405020304" pitchFamily="18" charset="0"/>
            </a:rPr>
            <a:t>2. PHÂN QUYỀN</a:t>
          </a:r>
          <a:endParaRPr lang="en-US" sz="2000" b="1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8991033-16C1-4405-9F1B-2191DE3EA6B1}" type="parTrans" cxnId="{22C70C23-B60C-49D4-BC59-2751C236756A}">
      <dgm:prSet/>
      <dgm:spPr/>
      <dgm:t>
        <a:bodyPr/>
        <a:lstStyle/>
        <a:p>
          <a:endParaRPr lang="en-US"/>
        </a:p>
      </dgm:t>
    </dgm:pt>
    <dgm:pt modelId="{B100A893-5BCB-447F-94C4-D90327E28675}" type="sibTrans" cxnId="{22C70C23-B60C-49D4-BC59-2751C236756A}">
      <dgm:prSet/>
      <dgm:spPr/>
      <dgm:t>
        <a:bodyPr/>
        <a:lstStyle/>
        <a:p>
          <a:endParaRPr lang="en-US"/>
        </a:p>
      </dgm:t>
    </dgm:pt>
    <dgm:pt modelId="{0AE6440E-FC04-4B7A-95EF-173C83C6DB30}">
      <dgm:prSet/>
      <dgm:spPr/>
      <dgm:t>
        <a:bodyPr/>
        <a:lstStyle/>
        <a:p>
          <a:r>
            <a:rPr lang="vi-VN" b="1">
              <a:latin typeface="Times New Roman" panose="02020603050405020304" pitchFamily="18" charset="0"/>
              <a:cs typeface="Times New Roman" panose="02020603050405020304" pitchFamily="18" charset="0"/>
            </a:rPr>
            <a:t>3. MÔ TẢ RÀNG BUỘC NGHIỆP VỤ &amp; TOÀN VẸN</a:t>
          </a:r>
          <a:endParaRPr lang="en-US" b="1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63452BB-AD82-47C5-879E-044B83FBE9A8}" type="parTrans" cxnId="{FA5E21FC-93A1-4565-AD28-5B064877AE02}">
      <dgm:prSet/>
      <dgm:spPr/>
      <dgm:t>
        <a:bodyPr/>
        <a:lstStyle/>
        <a:p>
          <a:endParaRPr lang="en-US"/>
        </a:p>
      </dgm:t>
    </dgm:pt>
    <dgm:pt modelId="{906E8A6C-D7C8-4B6C-82F3-CD53B4E1584B}" type="sibTrans" cxnId="{FA5E21FC-93A1-4565-AD28-5B064877AE02}">
      <dgm:prSet/>
      <dgm:spPr/>
      <dgm:t>
        <a:bodyPr/>
        <a:lstStyle/>
        <a:p>
          <a:endParaRPr lang="en-US"/>
        </a:p>
      </dgm:t>
    </dgm:pt>
    <dgm:pt modelId="{B28ECA86-72DA-44D1-AFCE-C245A81FFB2A}" type="pres">
      <dgm:prSet presAssocID="{3F8E487F-EEE4-47BE-ACE6-46C1F275370C}" presName="linear" presStyleCnt="0">
        <dgm:presLayoutVars>
          <dgm:animLvl val="lvl"/>
          <dgm:resizeHandles val="exact"/>
        </dgm:presLayoutVars>
      </dgm:prSet>
      <dgm:spPr/>
    </dgm:pt>
    <dgm:pt modelId="{DD2EE226-FEBE-42C1-A5DF-A7CED6F7730C}" type="pres">
      <dgm:prSet presAssocID="{3A703F0F-7949-4BCF-872B-F3AE6E3720B5}" presName="parentText" presStyleLbl="node1" presStyleIdx="0" presStyleCnt="9">
        <dgm:presLayoutVars>
          <dgm:chMax val="0"/>
          <dgm:bulletEnabled val="1"/>
        </dgm:presLayoutVars>
      </dgm:prSet>
      <dgm:spPr/>
    </dgm:pt>
    <dgm:pt modelId="{DDBD5F65-FB3C-4C93-BC2C-478FECF43805}" type="pres">
      <dgm:prSet presAssocID="{F6D6796B-0F66-44BF-9C1A-1A2DE84AFDE0}" presName="spacer" presStyleCnt="0"/>
      <dgm:spPr/>
    </dgm:pt>
    <dgm:pt modelId="{76B7B7E7-0F5E-4999-9C0F-5B4353D8BAF9}" type="pres">
      <dgm:prSet presAssocID="{EBF01DA4-C08A-4C51-BD93-6F1BAB11ABB8}" presName="parentText" presStyleLbl="node1" presStyleIdx="1" presStyleCnt="9">
        <dgm:presLayoutVars>
          <dgm:chMax val="0"/>
          <dgm:bulletEnabled val="1"/>
        </dgm:presLayoutVars>
      </dgm:prSet>
      <dgm:spPr/>
    </dgm:pt>
    <dgm:pt modelId="{06D17923-95E5-4DB6-997C-5B9832197FF1}" type="pres">
      <dgm:prSet presAssocID="{B100A893-5BCB-447F-94C4-D90327E28675}" presName="spacer" presStyleCnt="0"/>
      <dgm:spPr/>
    </dgm:pt>
    <dgm:pt modelId="{AE6AD821-66A8-40F5-A12C-1458AB26758B}" type="pres">
      <dgm:prSet presAssocID="{0AE6440E-FC04-4B7A-95EF-173C83C6DB30}" presName="parentText" presStyleLbl="node1" presStyleIdx="2" presStyleCnt="9">
        <dgm:presLayoutVars>
          <dgm:chMax val="0"/>
          <dgm:bulletEnabled val="1"/>
        </dgm:presLayoutVars>
      </dgm:prSet>
      <dgm:spPr/>
    </dgm:pt>
    <dgm:pt modelId="{12A23DDF-D591-45A8-A9FB-CE1EF880B6E1}" type="pres">
      <dgm:prSet presAssocID="{906E8A6C-D7C8-4B6C-82F3-CD53B4E1584B}" presName="spacer" presStyleCnt="0"/>
      <dgm:spPr/>
    </dgm:pt>
    <dgm:pt modelId="{08342802-0E9C-4372-B341-411AF725709A}" type="pres">
      <dgm:prSet presAssocID="{53CA5603-8A6C-4EFF-B08D-7A23C91D40BE}" presName="parentText" presStyleLbl="node1" presStyleIdx="3" presStyleCnt="9">
        <dgm:presLayoutVars>
          <dgm:chMax val="0"/>
          <dgm:bulletEnabled val="1"/>
        </dgm:presLayoutVars>
      </dgm:prSet>
      <dgm:spPr/>
    </dgm:pt>
    <dgm:pt modelId="{848D87FD-8B47-4FED-9BA6-947FB1A051F0}" type="pres">
      <dgm:prSet presAssocID="{AED0EFC0-ED89-4FE3-93FC-992E47454B49}" presName="spacer" presStyleCnt="0"/>
      <dgm:spPr/>
    </dgm:pt>
    <dgm:pt modelId="{8A459BF9-CA1C-4720-8413-CBAF065103A4}" type="pres">
      <dgm:prSet presAssocID="{A9BE23D9-03C5-46FB-B3AD-8B75D33794E0}" presName="parentText" presStyleLbl="node1" presStyleIdx="4" presStyleCnt="9">
        <dgm:presLayoutVars>
          <dgm:chMax val="0"/>
          <dgm:bulletEnabled val="1"/>
        </dgm:presLayoutVars>
      </dgm:prSet>
      <dgm:spPr/>
    </dgm:pt>
    <dgm:pt modelId="{C5A09741-C8C5-4088-8812-FC794E6DD9AB}" type="pres">
      <dgm:prSet presAssocID="{7D439AB5-9E8B-4901-BFF7-192D89ABB6B2}" presName="spacer" presStyleCnt="0"/>
      <dgm:spPr/>
    </dgm:pt>
    <dgm:pt modelId="{9C007BD4-A254-4BC9-BA2E-689E258C7649}" type="pres">
      <dgm:prSet presAssocID="{8CA28DED-1FF1-4DA4-9349-83FAC51CA73B}" presName="parentText" presStyleLbl="node1" presStyleIdx="5" presStyleCnt="9">
        <dgm:presLayoutVars>
          <dgm:chMax val="0"/>
          <dgm:bulletEnabled val="1"/>
        </dgm:presLayoutVars>
      </dgm:prSet>
      <dgm:spPr/>
    </dgm:pt>
    <dgm:pt modelId="{4197D7FD-282C-40FE-993D-06A6DB70A610}" type="pres">
      <dgm:prSet presAssocID="{2D7C3E0B-E325-4C58-B6F0-76474E6CC7F5}" presName="spacer" presStyleCnt="0"/>
      <dgm:spPr/>
    </dgm:pt>
    <dgm:pt modelId="{BD6A1DAF-C419-4B6C-ACD3-D428AFD3B32B}" type="pres">
      <dgm:prSet presAssocID="{80C78398-8660-41B6-BD36-206AE8893198}" presName="parentText" presStyleLbl="node1" presStyleIdx="6" presStyleCnt="9">
        <dgm:presLayoutVars>
          <dgm:chMax val="0"/>
          <dgm:bulletEnabled val="1"/>
        </dgm:presLayoutVars>
      </dgm:prSet>
      <dgm:spPr/>
    </dgm:pt>
    <dgm:pt modelId="{C5E28280-EFD4-48FA-A6A1-A14CC5CED734}" type="pres">
      <dgm:prSet presAssocID="{9B86F952-3EE8-4DF9-8FDC-4053AD523798}" presName="spacer" presStyleCnt="0"/>
      <dgm:spPr/>
    </dgm:pt>
    <dgm:pt modelId="{3C3407CD-A437-413C-B7E7-42A5A2383E42}" type="pres">
      <dgm:prSet presAssocID="{41CDF749-1D0A-40EE-B6E8-83BBDFFEE7E1}" presName="parentText" presStyleLbl="node1" presStyleIdx="7" presStyleCnt="9">
        <dgm:presLayoutVars>
          <dgm:chMax val="0"/>
          <dgm:bulletEnabled val="1"/>
        </dgm:presLayoutVars>
      </dgm:prSet>
      <dgm:spPr/>
    </dgm:pt>
    <dgm:pt modelId="{04FB10EE-984C-4857-B65B-DF413266BCEF}" type="pres">
      <dgm:prSet presAssocID="{5DDFB5FB-6E23-4F72-85B6-DE3244680466}" presName="spacer" presStyleCnt="0"/>
      <dgm:spPr/>
    </dgm:pt>
    <dgm:pt modelId="{B2EE768F-624F-4FDF-84BD-C91E2E0C4113}" type="pres">
      <dgm:prSet presAssocID="{E1693E6E-D8B3-42F9-B45E-F23E08A27495}" presName="parentText" presStyleLbl="node1" presStyleIdx="8" presStyleCnt="9">
        <dgm:presLayoutVars>
          <dgm:chMax val="0"/>
          <dgm:bulletEnabled val="1"/>
        </dgm:presLayoutVars>
      </dgm:prSet>
      <dgm:spPr/>
    </dgm:pt>
  </dgm:ptLst>
  <dgm:cxnLst>
    <dgm:cxn modelId="{1C93FA07-9DB7-434B-AD01-6E6045008646}" srcId="{3F8E487F-EEE4-47BE-ACE6-46C1F275370C}" destId="{A9BE23D9-03C5-46FB-B3AD-8B75D33794E0}" srcOrd="4" destOrd="0" parTransId="{E3ABD022-E865-4A26-82F2-BE41EEB80D3C}" sibTransId="{7D439AB5-9E8B-4901-BFF7-192D89ABB6B2}"/>
    <dgm:cxn modelId="{D081970F-200C-43A5-ADD0-2175A334E01F}" srcId="{3F8E487F-EEE4-47BE-ACE6-46C1F275370C}" destId="{3A703F0F-7949-4BCF-872B-F3AE6E3720B5}" srcOrd="0" destOrd="0" parTransId="{361CD186-141D-4C27-9320-72AF16F297B2}" sibTransId="{F6D6796B-0F66-44BF-9C1A-1A2DE84AFDE0}"/>
    <dgm:cxn modelId="{22C70C23-B60C-49D4-BC59-2751C236756A}" srcId="{3F8E487F-EEE4-47BE-ACE6-46C1F275370C}" destId="{EBF01DA4-C08A-4C51-BD93-6F1BAB11ABB8}" srcOrd="1" destOrd="0" parTransId="{A8991033-16C1-4405-9F1B-2191DE3EA6B1}" sibTransId="{B100A893-5BCB-447F-94C4-D90327E28675}"/>
    <dgm:cxn modelId="{CD48D635-2EEC-4856-8A72-B8255E1660B8}" type="presOf" srcId="{EBF01DA4-C08A-4C51-BD93-6F1BAB11ABB8}" destId="{76B7B7E7-0F5E-4999-9C0F-5B4353D8BAF9}" srcOrd="0" destOrd="0" presId="urn:microsoft.com/office/officeart/2005/8/layout/vList2"/>
    <dgm:cxn modelId="{5D064A38-FC5C-4BB5-A056-0D692BE01787}" type="presOf" srcId="{3F8E487F-EEE4-47BE-ACE6-46C1F275370C}" destId="{B28ECA86-72DA-44D1-AFCE-C245A81FFB2A}" srcOrd="0" destOrd="0" presId="urn:microsoft.com/office/officeart/2005/8/layout/vList2"/>
    <dgm:cxn modelId="{C60CF960-8161-4FBC-BE00-6F1DE75E3BDF}" srcId="{3F8E487F-EEE4-47BE-ACE6-46C1F275370C}" destId="{41CDF749-1D0A-40EE-B6E8-83BBDFFEE7E1}" srcOrd="7" destOrd="0" parTransId="{38D0F0E9-FB4E-4603-8F34-0F8FC15FE8D6}" sibTransId="{5DDFB5FB-6E23-4F72-85B6-DE3244680466}"/>
    <dgm:cxn modelId="{00B13867-9C0D-4F91-ADF3-DB936F8C17D1}" type="presOf" srcId="{0AE6440E-FC04-4B7A-95EF-173C83C6DB30}" destId="{AE6AD821-66A8-40F5-A12C-1458AB26758B}" srcOrd="0" destOrd="0" presId="urn:microsoft.com/office/officeart/2005/8/layout/vList2"/>
    <dgm:cxn modelId="{A19E6F6C-1BD2-4433-810D-239648EE3F93}" type="presOf" srcId="{80C78398-8660-41B6-BD36-206AE8893198}" destId="{BD6A1DAF-C419-4B6C-ACD3-D428AFD3B32B}" srcOrd="0" destOrd="0" presId="urn:microsoft.com/office/officeart/2005/8/layout/vList2"/>
    <dgm:cxn modelId="{9DCE9B6E-1183-45CB-81EA-A192D95491E4}" type="presOf" srcId="{8CA28DED-1FF1-4DA4-9349-83FAC51CA73B}" destId="{9C007BD4-A254-4BC9-BA2E-689E258C7649}" srcOrd="0" destOrd="0" presId="urn:microsoft.com/office/officeart/2005/8/layout/vList2"/>
    <dgm:cxn modelId="{2B4BD256-6BDA-4597-9B36-9D564EA8D09C}" type="presOf" srcId="{A9BE23D9-03C5-46FB-B3AD-8B75D33794E0}" destId="{8A459BF9-CA1C-4720-8413-CBAF065103A4}" srcOrd="0" destOrd="0" presId="urn:microsoft.com/office/officeart/2005/8/layout/vList2"/>
    <dgm:cxn modelId="{A4E96E97-A117-456A-B611-25B6A47E823B}" srcId="{3F8E487F-EEE4-47BE-ACE6-46C1F275370C}" destId="{53CA5603-8A6C-4EFF-B08D-7A23C91D40BE}" srcOrd="3" destOrd="0" parTransId="{F02AC605-130F-4BF6-B002-7D0F48540EF4}" sibTransId="{AED0EFC0-ED89-4FE3-93FC-992E47454B49}"/>
    <dgm:cxn modelId="{C5A47298-38FC-4220-8FCE-C1F76044DED2}" srcId="{3F8E487F-EEE4-47BE-ACE6-46C1F275370C}" destId="{E1693E6E-D8B3-42F9-B45E-F23E08A27495}" srcOrd="8" destOrd="0" parTransId="{9E940D78-390B-4CBA-9DCE-CC68D837D555}" sibTransId="{DA23F872-1711-4A9D-868B-E24388E257E5}"/>
    <dgm:cxn modelId="{3B9564BC-441F-4AE7-9D20-2A5E8D522103}" type="presOf" srcId="{41CDF749-1D0A-40EE-B6E8-83BBDFFEE7E1}" destId="{3C3407CD-A437-413C-B7E7-42A5A2383E42}" srcOrd="0" destOrd="0" presId="urn:microsoft.com/office/officeart/2005/8/layout/vList2"/>
    <dgm:cxn modelId="{8E4FE6BC-E4CA-4612-B713-00A9BAD5A094}" srcId="{3F8E487F-EEE4-47BE-ACE6-46C1F275370C}" destId="{8CA28DED-1FF1-4DA4-9349-83FAC51CA73B}" srcOrd="5" destOrd="0" parTransId="{4C21B5C9-9C57-421A-8D36-D385510A09E7}" sibTransId="{2D7C3E0B-E325-4C58-B6F0-76474E6CC7F5}"/>
    <dgm:cxn modelId="{767418D3-5CC5-4880-946E-2E3BD68AC21D}" type="presOf" srcId="{53CA5603-8A6C-4EFF-B08D-7A23C91D40BE}" destId="{08342802-0E9C-4372-B341-411AF725709A}" srcOrd="0" destOrd="0" presId="urn:microsoft.com/office/officeart/2005/8/layout/vList2"/>
    <dgm:cxn modelId="{24EE4CD6-86BB-48C5-A018-A883B4A01423}" type="presOf" srcId="{E1693E6E-D8B3-42F9-B45E-F23E08A27495}" destId="{B2EE768F-624F-4FDF-84BD-C91E2E0C4113}" srcOrd="0" destOrd="0" presId="urn:microsoft.com/office/officeart/2005/8/layout/vList2"/>
    <dgm:cxn modelId="{63FF8BE6-AF52-4D72-8ED2-A4118537B345}" srcId="{3F8E487F-EEE4-47BE-ACE6-46C1F275370C}" destId="{80C78398-8660-41B6-BD36-206AE8893198}" srcOrd="6" destOrd="0" parTransId="{B0462867-78C8-4871-B6AE-46B0F65BBC8E}" sibTransId="{9B86F952-3EE8-4DF9-8FDC-4053AD523798}"/>
    <dgm:cxn modelId="{DEFAA5E6-6979-4642-A725-5CE281782693}" type="presOf" srcId="{3A703F0F-7949-4BCF-872B-F3AE6E3720B5}" destId="{DD2EE226-FEBE-42C1-A5DF-A7CED6F7730C}" srcOrd="0" destOrd="0" presId="urn:microsoft.com/office/officeart/2005/8/layout/vList2"/>
    <dgm:cxn modelId="{FA5E21FC-93A1-4565-AD28-5B064877AE02}" srcId="{3F8E487F-EEE4-47BE-ACE6-46C1F275370C}" destId="{0AE6440E-FC04-4B7A-95EF-173C83C6DB30}" srcOrd="2" destOrd="0" parTransId="{463452BB-AD82-47C5-879E-044B83FBE9A8}" sibTransId="{906E8A6C-D7C8-4B6C-82F3-CD53B4E1584B}"/>
    <dgm:cxn modelId="{92804070-933D-4939-840E-CA1ED11AEB72}" type="presParOf" srcId="{B28ECA86-72DA-44D1-AFCE-C245A81FFB2A}" destId="{DD2EE226-FEBE-42C1-A5DF-A7CED6F7730C}" srcOrd="0" destOrd="0" presId="urn:microsoft.com/office/officeart/2005/8/layout/vList2"/>
    <dgm:cxn modelId="{E6C893ED-0567-4A1F-9050-19B949B173CD}" type="presParOf" srcId="{B28ECA86-72DA-44D1-AFCE-C245A81FFB2A}" destId="{DDBD5F65-FB3C-4C93-BC2C-478FECF43805}" srcOrd="1" destOrd="0" presId="urn:microsoft.com/office/officeart/2005/8/layout/vList2"/>
    <dgm:cxn modelId="{A49327CF-1A45-462A-ABB0-32AEE480E4C6}" type="presParOf" srcId="{B28ECA86-72DA-44D1-AFCE-C245A81FFB2A}" destId="{76B7B7E7-0F5E-4999-9C0F-5B4353D8BAF9}" srcOrd="2" destOrd="0" presId="urn:microsoft.com/office/officeart/2005/8/layout/vList2"/>
    <dgm:cxn modelId="{0BD55280-6ED2-4037-A0E4-ACD5A93E5444}" type="presParOf" srcId="{B28ECA86-72DA-44D1-AFCE-C245A81FFB2A}" destId="{06D17923-95E5-4DB6-997C-5B9832197FF1}" srcOrd="3" destOrd="0" presId="urn:microsoft.com/office/officeart/2005/8/layout/vList2"/>
    <dgm:cxn modelId="{40BE5395-CE7B-47AC-8AA8-4F831F7E0D54}" type="presParOf" srcId="{B28ECA86-72DA-44D1-AFCE-C245A81FFB2A}" destId="{AE6AD821-66A8-40F5-A12C-1458AB26758B}" srcOrd="4" destOrd="0" presId="urn:microsoft.com/office/officeart/2005/8/layout/vList2"/>
    <dgm:cxn modelId="{95CBE276-A39D-4D01-93C0-678CC4F1C4E0}" type="presParOf" srcId="{B28ECA86-72DA-44D1-AFCE-C245A81FFB2A}" destId="{12A23DDF-D591-45A8-A9FB-CE1EF880B6E1}" srcOrd="5" destOrd="0" presId="urn:microsoft.com/office/officeart/2005/8/layout/vList2"/>
    <dgm:cxn modelId="{BA3F6BCF-A065-49CF-A3A2-105140AAAB25}" type="presParOf" srcId="{B28ECA86-72DA-44D1-AFCE-C245A81FFB2A}" destId="{08342802-0E9C-4372-B341-411AF725709A}" srcOrd="6" destOrd="0" presId="urn:microsoft.com/office/officeart/2005/8/layout/vList2"/>
    <dgm:cxn modelId="{B1572CAF-3943-4E62-B964-C5D75D4A9A3A}" type="presParOf" srcId="{B28ECA86-72DA-44D1-AFCE-C245A81FFB2A}" destId="{848D87FD-8B47-4FED-9BA6-947FB1A051F0}" srcOrd="7" destOrd="0" presId="urn:microsoft.com/office/officeart/2005/8/layout/vList2"/>
    <dgm:cxn modelId="{16A2F286-21B0-4096-B062-15EE27BCD06C}" type="presParOf" srcId="{B28ECA86-72DA-44D1-AFCE-C245A81FFB2A}" destId="{8A459BF9-CA1C-4720-8413-CBAF065103A4}" srcOrd="8" destOrd="0" presId="urn:microsoft.com/office/officeart/2005/8/layout/vList2"/>
    <dgm:cxn modelId="{F39CB673-B9DA-4CD9-ADDE-DF28894954E6}" type="presParOf" srcId="{B28ECA86-72DA-44D1-AFCE-C245A81FFB2A}" destId="{C5A09741-C8C5-4088-8812-FC794E6DD9AB}" srcOrd="9" destOrd="0" presId="urn:microsoft.com/office/officeart/2005/8/layout/vList2"/>
    <dgm:cxn modelId="{DEAD1436-F22F-4F82-B9B1-E6D855FE53BF}" type="presParOf" srcId="{B28ECA86-72DA-44D1-AFCE-C245A81FFB2A}" destId="{9C007BD4-A254-4BC9-BA2E-689E258C7649}" srcOrd="10" destOrd="0" presId="urn:microsoft.com/office/officeart/2005/8/layout/vList2"/>
    <dgm:cxn modelId="{005DDA76-0C8C-445E-8C82-CF01C9F38371}" type="presParOf" srcId="{B28ECA86-72DA-44D1-AFCE-C245A81FFB2A}" destId="{4197D7FD-282C-40FE-993D-06A6DB70A610}" srcOrd="11" destOrd="0" presId="urn:microsoft.com/office/officeart/2005/8/layout/vList2"/>
    <dgm:cxn modelId="{422865B2-2AB2-44D5-93D3-DDDA0026BEB8}" type="presParOf" srcId="{B28ECA86-72DA-44D1-AFCE-C245A81FFB2A}" destId="{BD6A1DAF-C419-4B6C-ACD3-D428AFD3B32B}" srcOrd="12" destOrd="0" presId="urn:microsoft.com/office/officeart/2005/8/layout/vList2"/>
    <dgm:cxn modelId="{8B6D55B4-C7CF-4887-AEBD-74CD5FF21359}" type="presParOf" srcId="{B28ECA86-72DA-44D1-AFCE-C245A81FFB2A}" destId="{C5E28280-EFD4-48FA-A6A1-A14CC5CED734}" srcOrd="13" destOrd="0" presId="urn:microsoft.com/office/officeart/2005/8/layout/vList2"/>
    <dgm:cxn modelId="{CA72ADC7-2658-4525-AB71-C3FCE9DD2B2D}" type="presParOf" srcId="{B28ECA86-72DA-44D1-AFCE-C245A81FFB2A}" destId="{3C3407CD-A437-413C-B7E7-42A5A2383E42}" srcOrd="14" destOrd="0" presId="urn:microsoft.com/office/officeart/2005/8/layout/vList2"/>
    <dgm:cxn modelId="{C3B3824C-A67D-4AAE-B264-DDFED57D1004}" type="presParOf" srcId="{B28ECA86-72DA-44D1-AFCE-C245A81FFB2A}" destId="{04FB10EE-984C-4857-B65B-DF413266BCEF}" srcOrd="15" destOrd="0" presId="urn:microsoft.com/office/officeart/2005/8/layout/vList2"/>
    <dgm:cxn modelId="{A003A131-51C3-49EF-B35E-22BFEE9C3E9F}" type="presParOf" srcId="{B28ECA86-72DA-44D1-AFCE-C245A81FFB2A}" destId="{B2EE768F-624F-4FDF-84BD-C91E2E0C4113}" srcOrd="1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33BE2A5-C6BE-4BD0-B7A8-E5185D5C8A37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94D0FBD-50CF-48AC-A529-C5E8F0B09F23}">
      <dgm:prSet custT="1"/>
      <dgm:spPr/>
      <dgm:t>
        <a:bodyPr/>
        <a:lstStyle/>
        <a:p>
          <a:r>
            <a:rPr lang="vi-VN" sz="2500" b="1">
              <a:latin typeface="+mj-lt"/>
            </a:rPr>
            <a:t>Nhóm nghiệp vụ:</a:t>
          </a:r>
          <a:r>
            <a:rPr lang="en-US" sz="2500" b="1">
              <a:latin typeface="+mj-lt"/>
            </a:rPr>
            <a:t> </a:t>
          </a:r>
          <a:r>
            <a:rPr lang="en-US" sz="2500">
              <a:solidFill>
                <a:srgbClr val="0070C0"/>
              </a:solidFill>
              <a:latin typeface="+mj-lt"/>
            </a:rPr>
            <a:t>HOA_DON, CHITIETHOADON, LO_</a:t>
          </a:r>
          <a:r>
            <a:rPr lang="vi-VN" sz="2500">
              <a:solidFill>
                <a:srgbClr val="0070C0"/>
              </a:solidFill>
              <a:latin typeface="+mj-lt"/>
            </a:rPr>
            <a:t>HANG, KHUYEN_MAI</a:t>
          </a:r>
          <a:endParaRPr lang="en-US" sz="2500">
            <a:solidFill>
              <a:srgbClr val="0070C0"/>
            </a:solidFill>
            <a:latin typeface="+mj-lt"/>
          </a:endParaRPr>
        </a:p>
      </dgm:t>
    </dgm:pt>
    <dgm:pt modelId="{815F292F-C753-4067-8E5C-59C2608B6877}" type="parTrans" cxnId="{4AE743BF-2F7B-47C6-96BC-4E5F9446377D}">
      <dgm:prSet/>
      <dgm:spPr/>
      <dgm:t>
        <a:bodyPr/>
        <a:lstStyle/>
        <a:p>
          <a:endParaRPr lang="en-US"/>
        </a:p>
      </dgm:t>
    </dgm:pt>
    <dgm:pt modelId="{B4AA0236-E87E-404E-A12B-D9598D806D2F}" type="sibTrans" cxnId="{4AE743BF-2F7B-47C6-96BC-4E5F9446377D}">
      <dgm:prSet/>
      <dgm:spPr/>
      <dgm:t>
        <a:bodyPr/>
        <a:lstStyle/>
        <a:p>
          <a:endParaRPr lang="en-US"/>
        </a:p>
      </dgm:t>
    </dgm:pt>
    <dgm:pt modelId="{9AC15F03-1FA0-4F70-8449-ADC7E279AEFF}">
      <dgm:prSet custT="1"/>
      <dgm:spPr/>
      <dgm:t>
        <a:bodyPr/>
        <a:lstStyle/>
        <a:p>
          <a:r>
            <a:rPr lang="vi-VN" sz="2500" b="1">
              <a:latin typeface="+mj-lt"/>
            </a:rPr>
            <a:t>Nhóm nhân sự:</a:t>
          </a:r>
          <a:r>
            <a:rPr lang="en-US" sz="2500" b="1">
              <a:latin typeface="+mj-lt"/>
            </a:rPr>
            <a:t> </a:t>
          </a:r>
          <a:r>
            <a:rPr lang="en-US" sz="2500">
              <a:solidFill>
                <a:srgbClr val="0070C0"/>
              </a:solidFill>
              <a:latin typeface="+mj-lt"/>
            </a:rPr>
            <a:t>NHAN_VIEN, TAI_KHOAN</a:t>
          </a:r>
          <a:r>
            <a:rPr lang="vi-VN" sz="2500" b="1">
              <a:solidFill>
                <a:srgbClr val="0070C0"/>
              </a:solidFill>
              <a:latin typeface="+mj-lt"/>
            </a:rPr>
            <a:t> </a:t>
          </a:r>
          <a:endParaRPr lang="en-US" sz="2500">
            <a:solidFill>
              <a:srgbClr val="0070C0"/>
            </a:solidFill>
            <a:latin typeface="+mj-lt"/>
          </a:endParaRPr>
        </a:p>
      </dgm:t>
    </dgm:pt>
    <dgm:pt modelId="{F11E7587-0321-4A86-BDB6-D9C7424800ED}" type="parTrans" cxnId="{1F7A50CD-12C5-467B-8762-E0891113B999}">
      <dgm:prSet/>
      <dgm:spPr/>
      <dgm:t>
        <a:bodyPr/>
        <a:lstStyle/>
        <a:p>
          <a:endParaRPr lang="en-US"/>
        </a:p>
      </dgm:t>
    </dgm:pt>
    <dgm:pt modelId="{6898A8D6-1963-46CE-AFF5-75977B47E1E2}" type="sibTrans" cxnId="{1F7A50CD-12C5-467B-8762-E0891113B999}">
      <dgm:prSet/>
      <dgm:spPr/>
      <dgm:t>
        <a:bodyPr/>
        <a:lstStyle/>
        <a:p>
          <a:endParaRPr lang="en-US"/>
        </a:p>
      </dgm:t>
    </dgm:pt>
    <dgm:pt modelId="{6E88E80C-395B-4530-9822-1FC823737DB1}">
      <dgm:prSet custT="1"/>
      <dgm:spPr/>
      <dgm:t>
        <a:bodyPr/>
        <a:lstStyle/>
        <a:p>
          <a:r>
            <a:rPr lang="vi-VN" sz="2500" b="1">
              <a:latin typeface="+mj-lt"/>
            </a:rPr>
            <a:t>Nhóm danh mục: </a:t>
          </a:r>
          <a:r>
            <a:rPr lang="en-US" sz="2500">
              <a:solidFill>
                <a:srgbClr val="0070C0"/>
              </a:solidFill>
              <a:latin typeface="+mj-lt"/>
            </a:rPr>
            <a:t>NGANH_HANG, LOAI_HANG, MAT_HANG, NHA_CUNG_CAP</a:t>
          </a:r>
        </a:p>
      </dgm:t>
    </dgm:pt>
    <dgm:pt modelId="{F9B0BB43-B449-4218-82CC-47943CFE083A}" type="sibTrans" cxnId="{A2159180-3106-47F3-B68D-00C1ADBC71A8}">
      <dgm:prSet/>
      <dgm:spPr/>
      <dgm:t>
        <a:bodyPr/>
        <a:lstStyle/>
        <a:p>
          <a:endParaRPr lang="en-US"/>
        </a:p>
      </dgm:t>
    </dgm:pt>
    <dgm:pt modelId="{9C603303-B303-41E3-BEAA-4CBBD340E046}" type="parTrans" cxnId="{A2159180-3106-47F3-B68D-00C1ADBC71A8}">
      <dgm:prSet/>
      <dgm:spPr/>
      <dgm:t>
        <a:bodyPr/>
        <a:lstStyle/>
        <a:p>
          <a:endParaRPr lang="en-US"/>
        </a:p>
      </dgm:t>
    </dgm:pt>
    <dgm:pt modelId="{67C2AF7C-ED12-49A3-845C-28F58803E154}" type="pres">
      <dgm:prSet presAssocID="{033BE2A5-C6BE-4BD0-B7A8-E5185D5C8A37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F7AD86CD-4CED-458C-8927-6C14303B91D6}" type="pres">
      <dgm:prSet presAssocID="{6E88E80C-395B-4530-9822-1FC823737DB1}" presName="hierRoot1" presStyleCnt="0"/>
      <dgm:spPr/>
    </dgm:pt>
    <dgm:pt modelId="{A052A3CD-A7BF-499F-995E-5632140EE257}" type="pres">
      <dgm:prSet presAssocID="{6E88E80C-395B-4530-9822-1FC823737DB1}" presName="composite" presStyleCnt="0"/>
      <dgm:spPr/>
    </dgm:pt>
    <dgm:pt modelId="{B83596E1-86D6-41A5-B8AE-EC7061E1A0B5}" type="pres">
      <dgm:prSet presAssocID="{6E88E80C-395B-4530-9822-1FC823737DB1}" presName="background" presStyleLbl="node0" presStyleIdx="0" presStyleCnt="3"/>
      <dgm:spPr/>
    </dgm:pt>
    <dgm:pt modelId="{DDB42DD5-15E6-411D-9364-D3715C2B8669}" type="pres">
      <dgm:prSet presAssocID="{6E88E80C-395B-4530-9822-1FC823737DB1}" presName="text" presStyleLbl="fgAcc0" presStyleIdx="0" presStyleCnt="3">
        <dgm:presLayoutVars>
          <dgm:chPref val="3"/>
        </dgm:presLayoutVars>
      </dgm:prSet>
      <dgm:spPr/>
    </dgm:pt>
    <dgm:pt modelId="{10B843B5-D514-466E-B04A-F5C244A4FBB4}" type="pres">
      <dgm:prSet presAssocID="{6E88E80C-395B-4530-9822-1FC823737DB1}" presName="hierChild2" presStyleCnt="0"/>
      <dgm:spPr/>
    </dgm:pt>
    <dgm:pt modelId="{EAC6063C-E257-4A7D-B903-1F3B4A8DF048}" type="pres">
      <dgm:prSet presAssocID="{094D0FBD-50CF-48AC-A529-C5E8F0B09F23}" presName="hierRoot1" presStyleCnt="0"/>
      <dgm:spPr/>
    </dgm:pt>
    <dgm:pt modelId="{F83E404B-4E28-4616-8F6B-5B0B32E0807F}" type="pres">
      <dgm:prSet presAssocID="{094D0FBD-50CF-48AC-A529-C5E8F0B09F23}" presName="composite" presStyleCnt="0"/>
      <dgm:spPr/>
    </dgm:pt>
    <dgm:pt modelId="{A7D6A2CF-7158-42AE-A2AD-1BEE47D9F249}" type="pres">
      <dgm:prSet presAssocID="{094D0FBD-50CF-48AC-A529-C5E8F0B09F23}" presName="background" presStyleLbl="node0" presStyleIdx="1" presStyleCnt="3"/>
      <dgm:spPr/>
    </dgm:pt>
    <dgm:pt modelId="{E1EE2BA7-8E7B-4F47-B6D1-05E79D0EAE6A}" type="pres">
      <dgm:prSet presAssocID="{094D0FBD-50CF-48AC-A529-C5E8F0B09F23}" presName="text" presStyleLbl="fgAcc0" presStyleIdx="1" presStyleCnt="3">
        <dgm:presLayoutVars>
          <dgm:chPref val="3"/>
        </dgm:presLayoutVars>
      </dgm:prSet>
      <dgm:spPr/>
    </dgm:pt>
    <dgm:pt modelId="{41D7CC7E-F2DB-454C-AF5D-3F0726C37AD5}" type="pres">
      <dgm:prSet presAssocID="{094D0FBD-50CF-48AC-A529-C5E8F0B09F23}" presName="hierChild2" presStyleCnt="0"/>
      <dgm:spPr/>
    </dgm:pt>
    <dgm:pt modelId="{0E0927EB-FEFD-4666-A3BB-26E7B7BD49DE}" type="pres">
      <dgm:prSet presAssocID="{9AC15F03-1FA0-4F70-8449-ADC7E279AEFF}" presName="hierRoot1" presStyleCnt="0"/>
      <dgm:spPr/>
    </dgm:pt>
    <dgm:pt modelId="{B0C75BA1-E31D-441E-B7F9-4DDD9318F8E1}" type="pres">
      <dgm:prSet presAssocID="{9AC15F03-1FA0-4F70-8449-ADC7E279AEFF}" presName="composite" presStyleCnt="0"/>
      <dgm:spPr/>
    </dgm:pt>
    <dgm:pt modelId="{B62D6C52-456B-4EF3-9814-D88D5847B7BF}" type="pres">
      <dgm:prSet presAssocID="{9AC15F03-1FA0-4F70-8449-ADC7E279AEFF}" presName="background" presStyleLbl="node0" presStyleIdx="2" presStyleCnt="3"/>
      <dgm:spPr/>
    </dgm:pt>
    <dgm:pt modelId="{7B239984-422C-4A75-A398-CEB58DE34F8A}" type="pres">
      <dgm:prSet presAssocID="{9AC15F03-1FA0-4F70-8449-ADC7E279AEFF}" presName="text" presStyleLbl="fgAcc0" presStyleIdx="2" presStyleCnt="3">
        <dgm:presLayoutVars>
          <dgm:chPref val="3"/>
        </dgm:presLayoutVars>
      </dgm:prSet>
      <dgm:spPr/>
    </dgm:pt>
    <dgm:pt modelId="{893881A8-38D0-4C72-9282-18F14777F8C3}" type="pres">
      <dgm:prSet presAssocID="{9AC15F03-1FA0-4F70-8449-ADC7E279AEFF}" presName="hierChild2" presStyleCnt="0"/>
      <dgm:spPr/>
    </dgm:pt>
  </dgm:ptLst>
  <dgm:cxnLst>
    <dgm:cxn modelId="{EF3C1633-D4D0-4DB6-BE99-088F3F1C525E}" type="presOf" srcId="{033BE2A5-C6BE-4BD0-B7A8-E5185D5C8A37}" destId="{67C2AF7C-ED12-49A3-845C-28F58803E154}" srcOrd="0" destOrd="0" presId="urn:microsoft.com/office/officeart/2005/8/layout/hierarchy1"/>
    <dgm:cxn modelId="{A2159180-3106-47F3-B68D-00C1ADBC71A8}" srcId="{033BE2A5-C6BE-4BD0-B7A8-E5185D5C8A37}" destId="{6E88E80C-395B-4530-9822-1FC823737DB1}" srcOrd="0" destOrd="0" parTransId="{9C603303-B303-41E3-BEAA-4CBBD340E046}" sibTransId="{F9B0BB43-B449-4218-82CC-47943CFE083A}"/>
    <dgm:cxn modelId="{0066448C-F4D8-4DFF-8489-DE48B17A4D5D}" type="presOf" srcId="{6E88E80C-395B-4530-9822-1FC823737DB1}" destId="{DDB42DD5-15E6-411D-9364-D3715C2B8669}" srcOrd="0" destOrd="0" presId="urn:microsoft.com/office/officeart/2005/8/layout/hierarchy1"/>
    <dgm:cxn modelId="{9BEE728C-9753-44FE-9FF3-402F58CF7577}" type="presOf" srcId="{9AC15F03-1FA0-4F70-8449-ADC7E279AEFF}" destId="{7B239984-422C-4A75-A398-CEB58DE34F8A}" srcOrd="0" destOrd="0" presId="urn:microsoft.com/office/officeart/2005/8/layout/hierarchy1"/>
    <dgm:cxn modelId="{A676FAA1-B67E-4887-9156-CE5CBEB6D70E}" type="presOf" srcId="{094D0FBD-50CF-48AC-A529-C5E8F0B09F23}" destId="{E1EE2BA7-8E7B-4F47-B6D1-05E79D0EAE6A}" srcOrd="0" destOrd="0" presId="urn:microsoft.com/office/officeart/2005/8/layout/hierarchy1"/>
    <dgm:cxn modelId="{4AE743BF-2F7B-47C6-96BC-4E5F9446377D}" srcId="{033BE2A5-C6BE-4BD0-B7A8-E5185D5C8A37}" destId="{094D0FBD-50CF-48AC-A529-C5E8F0B09F23}" srcOrd="1" destOrd="0" parTransId="{815F292F-C753-4067-8E5C-59C2608B6877}" sibTransId="{B4AA0236-E87E-404E-A12B-D9598D806D2F}"/>
    <dgm:cxn modelId="{1F7A50CD-12C5-467B-8762-E0891113B999}" srcId="{033BE2A5-C6BE-4BD0-B7A8-E5185D5C8A37}" destId="{9AC15F03-1FA0-4F70-8449-ADC7E279AEFF}" srcOrd="2" destOrd="0" parTransId="{F11E7587-0321-4A86-BDB6-D9C7424800ED}" sibTransId="{6898A8D6-1963-46CE-AFF5-75977B47E1E2}"/>
    <dgm:cxn modelId="{A9C96E24-7DD2-46DD-B154-87274271B620}" type="presParOf" srcId="{67C2AF7C-ED12-49A3-845C-28F58803E154}" destId="{F7AD86CD-4CED-458C-8927-6C14303B91D6}" srcOrd="0" destOrd="0" presId="urn:microsoft.com/office/officeart/2005/8/layout/hierarchy1"/>
    <dgm:cxn modelId="{1F6F75D1-1DE4-42D7-913E-0C49634B465C}" type="presParOf" srcId="{F7AD86CD-4CED-458C-8927-6C14303B91D6}" destId="{A052A3CD-A7BF-499F-995E-5632140EE257}" srcOrd="0" destOrd="0" presId="urn:microsoft.com/office/officeart/2005/8/layout/hierarchy1"/>
    <dgm:cxn modelId="{C7A88B79-E89F-4FDA-936F-75361B23CF67}" type="presParOf" srcId="{A052A3CD-A7BF-499F-995E-5632140EE257}" destId="{B83596E1-86D6-41A5-B8AE-EC7061E1A0B5}" srcOrd="0" destOrd="0" presId="urn:microsoft.com/office/officeart/2005/8/layout/hierarchy1"/>
    <dgm:cxn modelId="{035E301C-61DD-4E7C-97D4-961716F732D3}" type="presParOf" srcId="{A052A3CD-A7BF-499F-995E-5632140EE257}" destId="{DDB42DD5-15E6-411D-9364-D3715C2B8669}" srcOrd="1" destOrd="0" presId="urn:microsoft.com/office/officeart/2005/8/layout/hierarchy1"/>
    <dgm:cxn modelId="{AE4ED358-FE65-4796-A2F8-8551C6FE39C0}" type="presParOf" srcId="{F7AD86CD-4CED-458C-8927-6C14303B91D6}" destId="{10B843B5-D514-466E-B04A-F5C244A4FBB4}" srcOrd="1" destOrd="0" presId="urn:microsoft.com/office/officeart/2005/8/layout/hierarchy1"/>
    <dgm:cxn modelId="{5E45B715-95BC-48C8-9304-F51D9BFFC3EB}" type="presParOf" srcId="{67C2AF7C-ED12-49A3-845C-28F58803E154}" destId="{EAC6063C-E257-4A7D-B903-1F3B4A8DF048}" srcOrd="1" destOrd="0" presId="urn:microsoft.com/office/officeart/2005/8/layout/hierarchy1"/>
    <dgm:cxn modelId="{B1ADA42E-F4E3-4397-8482-55BE5D5E72CB}" type="presParOf" srcId="{EAC6063C-E257-4A7D-B903-1F3B4A8DF048}" destId="{F83E404B-4E28-4616-8F6B-5B0B32E0807F}" srcOrd="0" destOrd="0" presId="urn:microsoft.com/office/officeart/2005/8/layout/hierarchy1"/>
    <dgm:cxn modelId="{514F11CB-BFE5-4D1D-A708-CE7DFB6C7627}" type="presParOf" srcId="{F83E404B-4E28-4616-8F6B-5B0B32E0807F}" destId="{A7D6A2CF-7158-42AE-A2AD-1BEE47D9F249}" srcOrd="0" destOrd="0" presId="urn:microsoft.com/office/officeart/2005/8/layout/hierarchy1"/>
    <dgm:cxn modelId="{1393D6D7-B326-4F5E-BAC8-B36997D0FFB6}" type="presParOf" srcId="{F83E404B-4E28-4616-8F6B-5B0B32E0807F}" destId="{E1EE2BA7-8E7B-4F47-B6D1-05E79D0EAE6A}" srcOrd="1" destOrd="0" presId="urn:microsoft.com/office/officeart/2005/8/layout/hierarchy1"/>
    <dgm:cxn modelId="{8FCFB498-7633-47A2-99F3-8BB0B48DA051}" type="presParOf" srcId="{EAC6063C-E257-4A7D-B903-1F3B4A8DF048}" destId="{41D7CC7E-F2DB-454C-AF5D-3F0726C37AD5}" srcOrd="1" destOrd="0" presId="urn:microsoft.com/office/officeart/2005/8/layout/hierarchy1"/>
    <dgm:cxn modelId="{BD476C23-4165-425A-97F3-DE0F079C34EC}" type="presParOf" srcId="{67C2AF7C-ED12-49A3-845C-28F58803E154}" destId="{0E0927EB-FEFD-4666-A3BB-26E7B7BD49DE}" srcOrd="2" destOrd="0" presId="urn:microsoft.com/office/officeart/2005/8/layout/hierarchy1"/>
    <dgm:cxn modelId="{B71CA696-5ECD-4E55-A0F3-08E09240FEDE}" type="presParOf" srcId="{0E0927EB-FEFD-4666-A3BB-26E7B7BD49DE}" destId="{B0C75BA1-E31D-441E-B7F9-4DDD9318F8E1}" srcOrd="0" destOrd="0" presId="urn:microsoft.com/office/officeart/2005/8/layout/hierarchy1"/>
    <dgm:cxn modelId="{C9DD28BD-0318-4093-B7BE-C7909DA9F823}" type="presParOf" srcId="{B0C75BA1-E31D-441E-B7F9-4DDD9318F8E1}" destId="{B62D6C52-456B-4EF3-9814-D88D5847B7BF}" srcOrd="0" destOrd="0" presId="urn:microsoft.com/office/officeart/2005/8/layout/hierarchy1"/>
    <dgm:cxn modelId="{16DC71E0-F77C-4D65-AF63-4F1BD723AF7E}" type="presParOf" srcId="{B0C75BA1-E31D-441E-B7F9-4DDD9318F8E1}" destId="{7B239984-422C-4A75-A398-CEB58DE34F8A}" srcOrd="1" destOrd="0" presId="urn:microsoft.com/office/officeart/2005/8/layout/hierarchy1"/>
    <dgm:cxn modelId="{8ABFA5B7-CD55-4CD5-958F-2B287C60B51F}" type="presParOf" srcId="{0E0927EB-FEFD-4666-A3BB-26E7B7BD49DE}" destId="{893881A8-38D0-4C72-9282-18F14777F8C3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2EE226-FEBE-42C1-A5DF-A7CED6F7730C}">
      <dsp:nvSpPr>
        <dsp:cNvPr id="0" name=""/>
        <dsp:cNvSpPr/>
      </dsp:nvSpPr>
      <dsp:spPr>
        <a:xfrm>
          <a:off x="0" y="144376"/>
          <a:ext cx="6498770" cy="491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2000" b="1" kern="1200">
              <a:latin typeface="+mj-lt"/>
            </a:rPr>
            <a:t>1. CẤU TRÚC HỆ THỐNG</a:t>
          </a:r>
          <a:endParaRPr lang="en-US" sz="2000" kern="1200">
            <a:latin typeface="+mj-lt"/>
          </a:endParaRPr>
        </a:p>
      </dsp:txBody>
      <dsp:txXfrm>
        <a:off x="23988" y="168364"/>
        <a:ext cx="6450794" cy="443424"/>
      </dsp:txXfrm>
    </dsp:sp>
    <dsp:sp modelId="{76B7B7E7-0F5E-4999-9C0F-5B4353D8BAF9}">
      <dsp:nvSpPr>
        <dsp:cNvPr id="0" name=""/>
        <dsp:cNvSpPr/>
      </dsp:nvSpPr>
      <dsp:spPr>
        <a:xfrm>
          <a:off x="0" y="693376"/>
          <a:ext cx="6498770" cy="491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20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2. PHÂN QUYỀN</a:t>
          </a:r>
          <a:endParaRPr lang="en-US" sz="2000" b="1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3988" y="717364"/>
        <a:ext cx="6450794" cy="443424"/>
      </dsp:txXfrm>
    </dsp:sp>
    <dsp:sp modelId="{AE6AD821-66A8-40F5-A12C-1458AB26758B}">
      <dsp:nvSpPr>
        <dsp:cNvPr id="0" name=""/>
        <dsp:cNvSpPr/>
      </dsp:nvSpPr>
      <dsp:spPr>
        <a:xfrm>
          <a:off x="0" y="1242376"/>
          <a:ext cx="6498770" cy="491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20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3. MÔ TẢ RÀNG BUỘC NGHIỆP VỤ &amp; TOÀN VẸN</a:t>
          </a:r>
          <a:endParaRPr lang="en-US" sz="2000" b="1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3988" y="1266364"/>
        <a:ext cx="6450794" cy="443424"/>
      </dsp:txXfrm>
    </dsp:sp>
    <dsp:sp modelId="{08342802-0E9C-4372-B341-411AF725709A}">
      <dsp:nvSpPr>
        <dsp:cNvPr id="0" name=""/>
        <dsp:cNvSpPr/>
      </dsp:nvSpPr>
      <dsp:spPr>
        <a:xfrm>
          <a:off x="0" y="1791376"/>
          <a:ext cx="6498770" cy="491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20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4. </a:t>
          </a:r>
          <a:r>
            <a:rPr lang="en-US" sz="20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MÔ HÌNH ERD</a:t>
          </a:r>
          <a:endParaRPr lang="en-US" sz="20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3988" y="1815364"/>
        <a:ext cx="6450794" cy="443424"/>
      </dsp:txXfrm>
    </dsp:sp>
    <dsp:sp modelId="{8A459BF9-CA1C-4720-8413-CBAF065103A4}">
      <dsp:nvSpPr>
        <dsp:cNvPr id="0" name=""/>
        <dsp:cNvSpPr/>
      </dsp:nvSpPr>
      <dsp:spPr>
        <a:xfrm>
          <a:off x="0" y="2340376"/>
          <a:ext cx="6498770" cy="491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20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5. </a:t>
          </a:r>
          <a:r>
            <a:rPr lang="en-US" sz="20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MÔ HÌNH QUAN HỆ</a:t>
          </a:r>
          <a:endParaRPr lang="en-US" sz="20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3988" y="2364364"/>
        <a:ext cx="6450794" cy="443424"/>
      </dsp:txXfrm>
    </dsp:sp>
    <dsp:sp modelId="{9C007BD4-A254-4BC9-BA2E-689E258C7649}">
      <dsp:nvSpPr>
        <dsp:cNvPr id="0" name=""/>
        <dsp:cNvSpPr/>
      </dsp:nvSpPr>
      <dsp:spPr>
        <a:xfrm>
          <a:off x="0" y="2889376"/>
          <a:ext cx="6498770" cy="491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20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6. CẬP NHẬT TỒN KHO </a:t>
          </a:r>
          <a:r>
            <a:rPr lang="en-US" sz="20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(TRIGGER)</a:t>
          </a:r>
          <a:endParaRPr lang="en-US" sz="20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3988" y="2913364"/>
        <a:ext cx="6450794" cy="443424"/>
      </dsp:txXfrm>
    </dsp:sp>
    <dsp:sp modelId="{BD6A1DAF-C419-4B6C-ACD3-D428AFD3B32B}">
      <dsp:nvSpPr>
        <dsp:cNvPr id="0" name=""/>
        <dsp:cNvSpPr/>
      </dsp:nvSpPr>
      <dsp:spPr>
        <a:xfrm>
          <a:off x="0" y="3438376"/>
          <a:ext cx="6498770" cy="491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20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7. </a:t>
          </a:r>
          <a:r>
            <a:rPr lang="en-US" sz="20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THỦ TỤC THÊM ĐƠN HÀNG (PROCEDURE)</a:t>
          </a:r>
          <a:endParaRPr lang="en-US" sz="20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3988" y="3462364"/>
        <a:ext cx="6450794" cy="443424"/>
      </dsp:txXfrm>
    </dsp:sp>
    <dsp:sp modelId="{3C3407CD-A437-413C-B7E7-42A5A2383E42}">
      <dsp:nvSpPr>
        <dsp:cNvPr id="0" name=""/>
        <dsp:cNvSpPr/>
      </dsp:nvSpPr>
      <dsp:spPr>
        <a:xfrm>
          <a:off x="0" y="3987376"/>
          <a:ext cx="6498770" cy="491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20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8. </a:t>
          </a:r>
          <a:r>
            <a:rPr lang="en-US" sz="20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TRUY VẤN TRUY XUẤT DỮ LIỆU (</a:t>
          </a:r>
          <a:r>
            <a:rPr lang="vi-VN" sz="20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VIEW)</a:t>
          </a:r>
          <a:endParaRPr lang="en-US" sz="20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3988" y="4011364"/>
        <a:ext cx="6450794" cy="443424"/>
      </dsp:txXfrm>
    </dsp:sp>
    <dsp:sp modelId="{B2EE768F-624F-4FDF-84BD-C91E2E0C4113}">
      <dsp:nvSpPr>
        <dsp:cNvPr id="0" name=""/>
        <dsp:cNvSpPr/>
      </dsp:nvSpPr>
      <dsp:spPr>
        <a:xfrm>
          <a:off x="0" y="4536376"/>
          <a:ext cx="6498770" cy="491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20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9. KIỂM TRA TRẠNG THÁI TỒN KHO (FUNCTION)</a:t>
          </a:r>
          <a:endParaRPr lang="en-US" sz="20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3988" y="4560364"/>
        <a:ext cx="6450794" cy="44342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3596E1-86D6-41A5-B8AE-EC7061E1A0B5}">
      <dsp:nvSpPr>
        <dsp:cNvPr id="0" name=""/>
        <dsp:cNvSpPr/>
      </dsp:nvSpPr>
      <dsp:spPr>
        <a:xfrm>
          <a:off x="0" y="740056"/>
          <a:ext cx="3043237" cy="193245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B42DD5-15E6-411D-9364-D3715C2B8669}">
      <dsp:nvSpPr>
        <dsp:cNvPr id="0" name=""/>
        <dsp:cNvSpPr/>
      </dsp:nvSpPr>
      <dsp:spPr>
        <a:xfrm>
          <a:off x="338137" y="1061286"/>
          <a:ext cx="3043237" cy="19324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2500" b="1" kern="1200">
              <a:latin typeface="+mj-lt"/>
            </a:rPr>
            <a:t>Nhóm danh mục: </a:t>
          </a:r>
          <a:r>
            <a:rPr lang="en-US" sz="2500" kern="1200">
              <a:solidFill>
                <a:srgbClr val="0070C0"/>
              </a:solidFill>
              <a:latin typeface="+mj-lt"/>
            </a:rPr>
            <a:t>NGANH_HANG, LOAI_HANG, MAT_HANG, NHA_CUNG_CAP</a:t>
          </a:r>
        </a:p>
      </dsp:txBody>
      <dsp:txXfrm>
        <a:off x="394737" y="1117886"/>
        <a:ext cx="2930037" cy="1819255"/>
      </dsp:txXfrm>
    </dsp:sp>
    <dsp:sp modelId="{A7D6A2CF-7158-42AE-A2AD-1BEE47D9F249}">
      <dsp:nvSpPr>
        <dsp:cNvPr id="0" name=""/>
        <dsp:cNvSpPr/>
      </dsp:nvSpPr>
      <dsp:spPr>
        <a:xfrm>
          <a:off x="3719512" y="740056"/>
          <a:ext cx="3043237" cy="193245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EE2BA7-8E7B-4F47-B6D1-05E79D0EAE6A}">
      <dsp:nvSpPr>
        <dsp:cNvPr id="0" name=""/>
        <dsp:cNvSpPr/>
      </dsp:nvSpPr>
      <dsp:spPr>
        <a:xfrm>
          <a:off x="4057650" y="1061286"/>
          <a:ext cx="3043237" cy="19324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2500" b="1" kern="1200">
              <a:latin typeface="+mj-lt"/>
            </a:rPr>
            <a:t>Nhóm nghiệp vụ:</a:t>
          </a:r>
          <a:r>
            <a:rPr lang="en-US" sz="2500" b="1" kern="1200">
              <a:latin typeface="+mj-lt"/>
            </a:rPr>
            <a:t> </a:t>
          </a:r>
          <a:r>
            <a:rPr lang="en-US" sz="2500" kern="1200">
              <a:solidFill>
                <a:srgbClr val="0070C0"/>
              </a:solidFill>
              <a:latin typeface="+mj-lt"/>
            </a:rPr>
            <a:t>HOA_DON, CHITIETHOADON, LO_</a:t>
          </a:r>
          <a:r>
            <a:rPr lang="vi-VN" sz="2500" kern="1200">
              <a:solidFill>
                <a:srgbClr val="0070C0"/>
              </a:solidFill>
              <a:latin typeface="+mj-lt"/>
            </a:rPr>
            <a:t>HANG, KHUYEN_MAI</a:t>
          </a:r>
          <a:endParaRPr lang="en-US" sz="2500" kern="1200">
            <a:solidFill>
              <a:srgbClr val="0070C0"/>
            </a:solidFill>
            <a:latin typeface="+mj-lt"/>
          </a:endParaRPr>
        </a:p>
      </dsp:txBody>
      <dsp:txXfrm>
        <a:off x="4114250" y="1117886"/>
        <a:ext cx="2930037" cy="1819255"/>
      </dsp:txXfrm>
    </dsp:sp>
    <dsp:sp modelId="{B62D6C52-456B-4EF3-9814-D88D5847B7BF}">
      <dsp:nvSpPr>
        <dsp:cNvPr id="0" name=""/>
        <dsp:cNvSpPr/>
      </dsp:nvSpPr>
      <dsp:spPr>
        <a:xfrm>
          <a:off x="7439025" y="740056"/>
          <a:ext cx="3043237" cy="193245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239984-422C-4A75-A398-CEB58DE34F8A}">
      <dsp:nvSpPr>
        <dsp:cNvPr id="0" name=""/>
        <dsp:cNvSpPr/>
      </dsp:nvSpPr>
      <dsp:spPr>
        <a:xfrm>
          <a:off x="7777162" y="1061286"/>
          <a:ext cx="3043237" cy="19324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2500" b="1" kern="1200">
              <a:latin typeface="+mj-lt"/>
            </a:rPr>
            <a:t>Nhóm nhân sự:</a:t>
          </a:r>
          <a:r>
            <a:rPr lang="en-US" sz="2500" b="1" kern="1200">
              <a:latin typeface="+mj-lt"/>
            </a:rPr>
            <a:t> </a:t>
          </a:r>
          <a:r>
            <a:rPr lang="en-US" sz="2500" kern="1200">
              <a:solidFill>
                <a:srgbClr val="0070C0"/>
              </a:solidFill>
              <a:latin typeface="+mj-lt"/>
            </a:rPr>
            <a:t>NHAN_VIEN, TAI_KHOAN</a:t>
          </a:r>
          <a:r>
            <a:rPr lang="vi-VN" sz="2500" b="1" kern="1200">
              <a:solidFill>
                <a:srgbClr val="0070C0"/>
              </a:solidFill>
              <a:latin typeface="+mj-lt"/>
            </a:rPr>
            <a:t> </a:t>
          </a:r>
          <a:endParaRPr lang="en-US" sz="2500" kern="1200">
            <a:solidFill>
              <a:srgbClr val="0070C0"/>
            </a:solidFill>
            <a:latin typeface="+mj-lt"/>
          </a:endParaRPr>
        </a:p>
      </dsp:txBody>
      <dsp:txXfrm>
        <a:off x="7833762" y="1117886"/>
        <a:ext cx="2930037" cy="181925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0DCCB1-E01B-419C-A67B-959046B1AEE5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920050-FE25-4B57-B545-97E62B60B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6614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920050-FE25-4B57-B545-97E62B60B0A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4541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920050-FE25-4B57-B545-97E62B60B0A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7210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82476-D03F-1258-8DFB-6655F394D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2C9786-E1F8-DAF6-2D6E-640E137985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68A2F8-1082-FB92-E1BF-AFDDC2D51D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1CFA6B-ED77-D37E-7BE0-AC88F4B1CF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920050-FE25-4B57-B545-97E62B60B0A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2608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920050-FE25-4B57-B545-97E62B60B0A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8028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D7BB9-886F-29AB-9E7C-03283C759F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F830EF-34E9-0D30-3271-07596B32C2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C9A7D6-CD8E-F293-7E25-457C805B02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4F15F3-4CC9-4BA1-5442-81117A794E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920050-FE25-4B57-B545-97E62B60B0A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2195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920050-FE25-4B57-B545-97E62B60B0A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3860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920050-FE25-4B57-B545-97E62B60B0A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1316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920050-FE25-4B57-B545-97E62B60B0A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4321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45850-8992-0276-F0D5-BFBB435620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08E4CB-6ACB-EBC1-0B3F-371A66C5B3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EB891B-E964-7361-C125-BEF237F45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11A57-2733-4829-B65C-6CDD1B0347CC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FCB940-0DF4-0265-D179-660DB40BD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02F3E4-0E5A-FDB2-63DA-56D823579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FF848-CBBB-4727-864E-5496DDA14C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0521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FB5E3-DAB8-CBC5-B55D-292DE812B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DF5506-2D7E-CEEC-6A21-04D150915F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533BCA-6E44-64B3-3669-1AECFE67DB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11A57-2733-4829-B65C-6CDD1B0347CC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B0A1E5-65A8-9FFF-E034-31CFC4BEA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D34C73-DE82-BED0-FCB8-61735EDCD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FF848-CBBB-4727-864E-5496DDA14C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2473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F3493-CB8B-2441-9E46-DE488A10B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F25C61-696D-DFBB-BCD7-0B2251BA5B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95CA19-B173-ABD3-CE48-F1FE2ABE4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11A57-2733-4829-B65C-6CDD1B0347CC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96B99-9D39-EE90-07E0-CFA5F8301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84C6D5-73A2-B865-F5B6-0608CF737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FF848-CBBB-4727-864E-5496DDA14C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289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E89E1-F460-E74A-6E0C-561A1006C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5C1FE9-6FC6-708F-A683-F8FE04BD23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74742B-DF91-23D0-66DB-6A3E352F63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691F6E-235B-0C1A-F841-EB4A69437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11A57-2733-4829-B65C-6CDD1B0347CC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87B276-5D72-F2AE-0E3E-944C6CD48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03E39E-B0D2-55BD-17C8-010EF1A58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FF848-CBBB-4727-864E-5496DDA14C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0667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27E46-C833-A9E1-62E7-AC1B6D452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79E72D-F86B-CFC0-E41D-05FB0C2C82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0CBB92-46C2-F106-06A8-D4F3DC68A8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0CF98-CC31-6096-DC27-8148CFEB49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42A7AB-96E0-E2B8-B2F8-748AE7F0A9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DFD755-7EFB-FE66-E0F1-DD2FB5480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11A57-2733-4829-B65C-6CDD1B0347CC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2CBA2C-DD95-5B16-6E6B-FA417C82A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D9F1C8-65EE-8B72-2377-A8DA82F18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FF848-CBBB-4727-864E-5496DDA14C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5633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D69E1-C69E-D80B-7318-65178633B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13714F-F7FB-F4AC-9ACE-E80306806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11A57-2733-4829-B65C-6CDD1B0347CC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5FB2EA-2147-9A05-6F75-73ADE1105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693C84-07FD-FBCD-7066-05D9D90DD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FF848-CBBB-4727-864E-5496DDA14C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7500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BA98FC-4C3D-0381-7869-D5E63B0B5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11A57-2733-4829-B65C-6CDD1B0347CC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444043-7B37-C229-11D2-4BED032A6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E0C87B-36F5-65D2-6C22-E814D5DD7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FF848-CBBB-4727-864E-5496DDA14C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6207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AF6C5-ABB4-1025-44AB-0B0625912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9ABE6A-2701-82CB-3609-D34AF5EC62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0CD920-0E80-6CFC-7837-0E0974643E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624337-56D7-3D4C-AB20-5D01A49F4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11A57-2733-4829-B65C-6CDD1B0347CC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1D1D13-0592-051F-E584-22D742696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7F21A6-C799-5618-BDC2-627F397A2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FF848-CBBB-4727-864E-5496DDA14C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568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16827-BF0E-5474-260A-CBAA7F682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12AA0C-E9F8-BC8D-AB75-4A18ACA943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6BB671-1DC9-889F-15CB-3F81CC4251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958BA4-680E-0032-0C8E-EF0E2275B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11A57-2733-4829-B65C-6CDD1B0347CC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274592-17DA-640A-A720-E79AD4044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6941CE-AF2E-9F62-4007-2EE8E96E5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FF848-CBBB-4727-864E-5496DDA14C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706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5D196-57D4-44A8-B66F-2D0F263D8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81B009-4D54-AFE7-9821-C7CD758590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58C466-D45B-40EB-B034-FDBCB9218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11A57-2733-4829-B65C-6CDD1B0347CC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71EEC-43E7-70CD-6920-9B9C44BAC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71975E-A993-A2E0-E29D-F314D53F3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FF848-CBBB-4727-864E-5496DDA14C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8118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72C7A1-793F-B0B2-3A13-5E6A0647C9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19C302-A9D0-0D5C-2BBC-07E7E5D8C2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9FDA64-8AB6-FF3D-0EAE-325105D81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11A57-2733-4829-B65C-6CDD1B0347CC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9C8961-B29E-F840-CF2C-30AF1C903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A8B114-BFBA-D387-7406-824D703B3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FF848-CBBB-4727-864E-5496DDA14C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9686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3953EC-5998-6FC3-D921-32BC329CE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CBC556-B26D-95F4-70A4-D5B17F04B8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0372C3-4605-7E6F-4B5E-28BE9C56A5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D11A57-2733-4829-B65C-6CDD1B0347CC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ECA48-E425-A3DF-2F1C-6C309EEC9C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C1AB33-F6EC-F29A-04B6-7C4D94E631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BFF848-CBBB-4727-864E-5496DDA14C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240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1.png"/><Relationship Id="rId7" Type="http://schemas.openxmlformats.org/officeDocument/2006/relationships/diagramQuickStyle" Target="../diagrams/quickStyle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2.svg"/><Relationship Id="rId9" Type="http://schemas.microsoft.com/office/2007/relationships/diagramDrawing" Target="../diagrams/drawing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8E6B66-943E-65CE-C12D-C533E5D64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1" name="Rectangle 100">
            <a:extLst>
              <a:ext uri="{FF2B5EF4-FFF2-40B4-BE49-F238E27FC236}">
                <a16:creationId xmlns:a16="http://schemas.microsoft.com/office/drawing/2014/main" id="{6314D791-4D8A-4854-B8FC-6959656D09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15076E76-3EB3-4269-8135-07CAB20E59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F92FCC-08DB-B6E2-FDD7-850096EDB714}"/>
              </a:ext>
            </a:extLst>
          </p:cNvPr>
          <p:cNvSpPr txBox="1"/>
          <p:nvPr/>
        </p:nvSpPr>
        <p:spPr>
          <a:xfrm>
            <a:off x="2266704" y="98437"/>
            <a:ext cx="7326086" cy="150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500" b="1" kern="1200">
                <a:solidFill>
                  <a:srgbClr val="0070C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MÔN CƠ SỞ DỮ LIỆU NÂNG CAO</a:t>
            </a:r>
          </a:p>
        </p:txBody>
      </p: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5EB3C7E5-50E1-4F9E-AEA3-A6D2190394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305" y="0"/>
            <a:ext cx="5163047" cy="3153018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80233B5C-C5A9-48C0-8C07-21E6F6B360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10F3AF96-AAC1-41E3-9F66-0A6277845D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5DF38A98-557F-4C23-935A-42806B67AA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8ACEB13D-EBFC-4288-B604-572C2F779A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B988F9A4-0578-4C59-8B4A-346E02CF3A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9262397" y="3928396"/>
            <a:ext cx="3142400" cy="2716805"/>
            <a:chOff x="-305" y="-4155"/>
            <a:chExt cx="2514948" cy="2174333"/>
          </a:xfrm>
        </p:grpSpPr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F63F827B-FA00-442A-A09C-806F1FFA34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AC876680-EE75-4791-842F-E23509221D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3B9819B2-70D4-4E0A-8D51-6B359B44CB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5FA8033D-6A70-4FA5-8F37-7F8C117C98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934F3CB4-6563-83E9-820B-F6B9C42BCA3F}"/>
              </a:ext>
            </a:extLst>
          </p:cNvPr>
          <p:cNvSpPr txBox="1"/>
          <p:nvPr/>
        </p:nvSpPr>
        <p:spPr>
          <a:xfrm>
            <a:off x="3335730" y="1841305"/>
            <a:ext cx="5188034" cy="6820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vi-VN" sz="25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sz="2500" b="1" kern="1200"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ề tài</a:t>
            </a:r>
            <a:r>
              <a:rPr lang="vi-VN" sz="2500" b="1" kern="1200"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45</a:t>
            </a:r>
            <a:endParaRPr lang="en-US" sz="2500" b="1" kern="1200">
              <a:solidFill>
                <a:schemeClr val="tx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FA66D7-8E6B-3E5B-7836-A066929BD03C}"/>
              </a:ext>
            </a:extLst>
          </p:cNvPr>
          <p:cNvSpPr txBox="1"/>
          <p:nvPr/>
        </p:nvSpPr>
        <p:spPr>
          <a:xfrm>
            <a:off x="3675256" y="3602015"/>
            <a:ext cx="4841182" cy="2806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vi-VN" sz="2000" b="1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Họ tên sinh viên: </a:t>
            </a:r>
            <a:r>
              <a:rPr lang="vi-VN" sz="200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Trần Thị Thanh Thảo</a:t>
            </a:r>
            <a:endParaRPr lang="en-US" sz="200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vi-VN" sz="2000" b="1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Mã số sinh viên: </a:t>
            </a:r>
            <a:r>
              <a:rPr lang="vi-VN" sz="200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1250080179</a:t>
            </a:r>
            <a:endParaRPr lang="en-US" sz="200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vi-VN" sz="2000" b="1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Lớp</a:t>
            </a:r>
            <a:r>
              <a:rPr lang="vi-VN" sz="200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		</a:t>
            </a:r>
            <a:r>
              <a:rPr lang="vi-VN" sz="2000" b="1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  <a:r>
              <a:rPr lang="vi-VN" sz="200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12_ĐH_CNTT4</a:t>
            </a:r>
            <a:endParaRPr lang="en-US" sz="200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vi-VN" sz="2000" b="1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Niên khóa </a:t>
            </a:r>
            <a:r>
              <a:rPr lang="vi-VN" sz="200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2023 – 2027</a:t>
            </a:r>
          </a:p>
          <a:p>
            <a:pPr>
              <a:lnSpc>
                <a:spcPct val="150000"/>
              </a:lnSpc>
              <a:buNone/>
            </a:pPr>
            <a:endParaRPr lang="vi-VN" sz="2000"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vi-VN" sz="2000" b="1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Giảng viên hướng dẫn: </a:t>
            </a:r>
            <a:r>
              <a:rPr lang="vi-VN" sz="200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Phạm Trọng Huynh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14F7917-732D-DBD1-210B-813693D8C751}"/>
              </a:ext>
            </a:extLst>
          </p:cNvPr>
          <p:cNvSpPr txBox="1"/>
          <p:nvPr/>
        </p:nvSpPr>
        <p:spPr>
          <a:xfrm>
            <a:off x="2857118" y="2422362"/>
            <a:ext cx="6145258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2500" b="1">
                <a:solidFill>
                  <a:srgbClr val="0070C0"/>
                </a:solidFill>
                <a:latin typeface="+mj-lt"/>
              </a:rPr>
              <a:t>QUẢN LÝ BÁN HÀNG Ở MỘT SIÊU THỊ</a:t>
            </a:r>
            <a:endParaRPr lang="en-US" sz="2500" b="1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3190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A3C7DEA-BCC2-4295-8850-1479932961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289949D-B9F6-468A-86FE-2694DC5AE7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4DF0958-0C87-4C28-9554-2FADC788C2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67135" y="0"/>
            <a:ext cx="4324865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EC53B48-7B73-49D1-A6FD-9DBF5141EA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DEDDC41-2C98-4AF1-A0EA-AEEC34827C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2208F20-F93C-4530-8370-FC7818BABB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52F51E0-B50B-43EA-B6AC-C16BD29C3E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ECE793BE-4818-F121-0868-6DA1FB43C309}"/>
              </a:ext>
            </a:extLst>
          </p:cNvPr>
          <p:cNvSpPr txBox="1"/>
          <p:nvPr/>
        </p:nvSpPr>
        <p:spPr>
          <a:xfrm>
            <a:off x="497406" y="443214"/>
            <a:ext cx="11431776" cy="2308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sz="3000" b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Mục tiêu hệ thống</a:t>
            </a:r>
            <a:endParaRPr lang="en-US" sz="3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500" b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Nghiệp vụ: </a:t>
            </a:r>
            <a:r>
              <a:rPr lang="en-US" sz="250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Tự động hóa quy trình bán hàng và kiểm soát chính xác lượng tồn kho theo thời gian thực</a:t>
            </a:r>
          </a:p>
          <a:p>
            <a:pPr marL="800100" lvl="1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500" b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Bảo mật: </a:t>
            </a:r>
            <a:r>
              <a:rPr lang="en-US" sz="250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Thiết lập cơ chế phân quyền đa lớp (Ứng dụng &amp; CSDL) để chống gian lận, ngăn chặn nhân viên tự ý sửa/ xóa dữ liệu doanh thu.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B259B8-AF65-1955-FC3E-42776A4F8577}"/>
              </a:ext>
            </a:extLst>
          </p:cNvPr>
          <p:cNvSpPr txBox="1"/>
          <p:nvPr/>
        </p:nvSpPr>
        <p:spPr>
          <a:xfrm>
            <a:off x="497406" y="3036711"/>
            <a:ext cx="11196577" cy="3612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vi-VN" sz="3000" b="1"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Phạm vi quản lý dữ liệu</a:t>
            </a:r>
            <a:r>
              <a:rPr lang="vi-VN" sz="2500" b="1"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: </a:t>
            </a:r>
          </a:p>
          <a:p>
            <a:pPr>
              <a:spcAft>
                <a:spcPts val="600"/>
              </a:spcAft>
            </a:pPr>
            <a:r>
              <a:rPr lang="vi-VN" sz="2500"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Hệ thống quản lý 10 bảng dữ liệu chính, được chia thành 3 nhóm nghiệp vụ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vi-VN" sz="2500" b="1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Nhóm con người: </a:t>
            </a:r>
            <a:r>
              <a:rPr lang="vi-VN" sz="250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Quản lý Nhân viên và Tài khoản phân quyền.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vi-VN" sz="2500" b="1"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Nhóm hàng hóa: </a:t>
            </a:r>
            <a:r>
              <a:rPr lang="vi-VN" sz="2500"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Được tổ chức theo mô hình phân cấp từ Ngành hàng -&gt; Loại hàng -&gt; Mặt hàng, kết hợp quản lý Lô hàng và Nhà cung cấp.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vi-VN" sz="2500" b="1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Nhóm giao dịch: </a:t>
            </a:r>
            <a:r>
              <a:rPr lang="vi-VN" sz="250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Quản lý Hóa đơn bán hàng, Chi tiết hóa đơn và Chương trình khuyến mãi.</a:t>
            </a:r>
          </a:p>
          <a:p>
            <a:pPr marL="800100" lvl="1" indent="-3429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vi-VN" b="1"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30573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EDDBB197-D710-4A4F-A9CA-FD217749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75D1CFA-2CDB-4B64-BD9F-85744E8DA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25EE5136-01F1-466C-962D-BA9B4C675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69897" y="0"/>
            <a:ext cx="5822103" cy="6685267"/>
            <a:chOff x="6357228" y="0"/>
            <a:chExt cx="5822103" cy="6685267"/>
          </a:xfrm>
        </p:grpSpPr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E11D3AD4-AF9B-4EB5-8C7B-C45D173B4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57228" y="0"/>
              <a:ext cx="5822102" cy="6685267"/>
            </a:xfrm>
            <a:custGeom>
              <a:avLst/>
              <a:gdLst>
                <a:gd name="connsiteX0" fmla="*/ 2605444 w 5822102"/>
                <a:gd name="connsiteY0" fmla="*/ 0 h 6685267"/>
                <a:gd name="connsiteX1" fmla="*/ 4757391 w 5822102"/>
                <a:gd name="connsiteY1" fmla="*/ 0 h 6685267"/>
                <a:gd name="connsiteX2" fmla="*/ 4913680 w 5822102"/>
                <a:gd name="connsiteY2" fmla="*/ 56274 h 6685267"/>
                <a:gd name="connsiteX3" fmla="*/ 5376238 w 5822102"/>
                <a:gd name="connsiteY3" fmla="*/ 282027 h 6685267"/>
                <a:gd name="connsiteX4" fmla="*/ 5658024 w 5822102"/>
                <a:gd name="connsiteY4" fmla="*/ 471014 h 6685267"/>
                <a:gd name="connsiteX5" fmla="*/ 5822102 w 5822102"/>
                <a:gd name="connsiteY5" fmla="*/ 609109 h 6685267"/>
                <a:gd name="connsiteX6" fmla="*/ 5822102 w 5822102"/>
                <a:gd name="connsiteY6" fmla="*/ 760697 h 6685267"/>
                <a:gd name="connsiteX7" fmla="*/ 5707785 w 5822102"/>
                <a:gd name="connsiteY7" fmla="*/ 666601 h 6685267"/>
                <a:gd name="connsiteX8" fmla="*/ 5577306 w 5822102"/>
                <a:gd name="connsiteY8" fmla="*/ 571666 h 6685267"/>
                <a:gd name="connsiteX9" fmla="*/ 5298630 w 5822102"/>
                <a:gd name="connsiteY9" fmla="*/ 407449 h 6685267"/>
                <a:gd name="connsiteX10" fmla="*/ 4690768 w 5822102"/>
                <a:gd name="connsiteY10" fmla="*/ 184979 h 6685267"/>
                <a:gd name="connsiteX11" fmla="*/ 4048577 w 5822102"/>
                <a:gd name="connsiteY11" fmla="*/ 99280 h 6685267"/>
                <a:gd name="connsiteX12" fmla="*/ 3405404 w 5822102"/>
                <a:gd name="connsiteY12" fmla="*/ 131937 h 6685267"/>
                <a:gd name="connsiteX13" fmla="*/ 3089702 w 5822102"/>
                <a:gd name="connsiteY13" fmla="*/ 190190 h 6685267"/>
                <a:gd name="connsiteX14" fmla="*/ 2780132 w 5822102"/>
                <a:gd name="connsiteY14" fmla="*/ 273457 h 6685267"/>
                <a:gd name="connsiteX15" fmla="*/ 2478040 w 5822102"/>
                <a:gd name="connsiteY15" fmla="*/ 379654 h 6685267"/>
                <a:gd name="connsiteX16" fmla="*/ 2184897 w 5822102"/>
                <a:gd name="connsiteY16" fmla="*/ 507972 h 6685267"/>
                <a:gd name="connsiteX17" fmla="*/ 1629141 w 5822102"/>
                <a:gd name="connsiteY17" fmla="*/ 823205 h 6685267"/>
                <a:gd name="connsiteX18" fmla="*/ 1497711 w 5822102"/>
                <a:gd name="connsiteY18" fmla="*/ 914000 h 6685267"/>
                <a:gd name="connsiteX19" fmla="*/ 1433099 w 5822102"/>
                <a:gd name="connsiteY19" fmla="*/ 960903 h 6685267"/>
                <a:gd name="connsiteX20" fmla="*/ 1369346 w 5822102"/>
                <a:gd name="connsiteY20" fmla="*/ 1008963 h 6685267"/>
                <a:gd name="connsiteX21" fmla="*/ 1123406 w 5822102"/>
                <a:gd name="connsiteY21" fmla="*/ 1212905 h 6685267"/>
                <a:gd name="connsiteX22" fmla="*/ 684367 w 5822102"/>
                <a:gd name="connsiteY22" fmla="*/ 1675564 h 6685267"/>
                <a:gd name="connsiteX23" fmla="*/ 497153 w 5822102"/>
                <a:gd name="connsiteY23" fmla="*/ 1933588 h 6685267"/>
                <a:gd name="connsiteX24" fmla="*/ 337770 w 5822102"/>
                <a:gd name="connsiteY24" fmla="*/ 2208983 h 6685267"/>
                <a:gd name="connsiteX25" fmla="*/ 302461 w 5822102"/>
                <a:gd name="connsiteY25" fmla="*/ 2280207 h 6685267"/>
                <a:gd name="connsiteX26" fmla="*/ 285296 w 5822102"/>
                <a:gd name="connsiteY26" fmla="*/ 2316107 h 6685267"/>
                <a:gd name="connsiteX27" fmla="*/ 268991 w 5822102"/>
                <a:gd name="connsiteY27" fmla="*/ 2352355 h 6685267"/>
                <a:gd name="connsiteX28" fmla="*/ 237849 w 5822102"/>
                <a:gd name="connsiteY28" fmla="*/ 2425432 h 6685267"/>
                <a:gd name="connsiteX29" fmla="*/ 208670 w 5822102"/>
                <a:gd name="connsiteY29" fmla="*/ 2499319 h 6685267"/>
                <a:gd name="connsiteX30" fmla="*/ 113775 w 5822102"/>
                <a:gd name="connsiteY30" fmla="*/ 2801929 h 6685267"/>
                <a:gd name="connsiteX31" fmla="*/ 36781 w 5822102"/>
                <a:gd name="connsiteY31" fmla="*/ 3428922 h 6685267"/>
                <a:gd name="connsiteX32" fmla="*/ 69148 w 5822102"/>
                <a:gd name="connsiteY32" fmla="*/ 3741955 h 6685267"/>
                <a:gd name="connsiteX33" fmla="*/ 167966 w 5822102"/>
                <a:gd name="connsiteY33" fmla="*/ 4041323 h 6685267"/>
                <a:gd name="connsiteX34" fmla="*/ 202049 w 5822102"/>
                <a:gd name="connsiteY34" fmla="*/ 4112894 h 6685267"/>
                <a:gd name="connsiteX35" fmla="*/ 239933 w 5822102"/>
                <a:gd name="connsiteY35" fmla="*/ 4182843 h 6685267"/>
                <a:gd name="connsiteX36" fmla="*/ 323916 w 5822102"/>
                <a:gd name="connsiteY36" fmla="*/ 4318456 h 6685267"/>
                <a:gd name="connsiteX37" fmla="*/ 416604 w 5822102"/>
                <a:gd name="connsiteY37" fmla="*/ 4449436 h 6685267"/>
                <a:gd name="connsiteX38" fmla="*/ 515911 w 5822102"/>
                <a:gd name="connsiteY38" fmla="*/ 4576711 h 6685267"/>
                <a:gd name="connsiteX39" fmla="*/ 722619 w 5822102"/>
                <a:gd name="connsiteY39" fmla="*/ 4828482 h 6685267"/>
                <a:gd name="connsiteX40" fmla="*/ 825972 w 5822102"/>
                <a:gd name="connsiteY40" fmla="*/ 4956104 h 6685267"/>
                <a:gd name="connsiteX41" fmla="*/ 926506 w 5822102"/>
                <a:gd name="connsiteY41" fmla="*/ 5085347 h 6685267"/>
                <a:gd name="connsiteX42" fmla="*/ 1027040 w 5822102"/>
                <a:gd name="connsiteY42" fmla="*/ 5210191 h 6685267"/>
                <a:gd name="connsiteX43" fmla="*/ 1132110 w 5822102"/>
                <a:gd name="connsiteY43" fmla="*/ 5330748 h 6685267"/>
                <a:gd name="connsiteX44" fmla="*/ 1354880 w 5822102"/>
                <a:gd name="connsiteY44" fmla="*/ 5558083 h 6685267"/>
                <a:gd name="connsiteX45" fmla="*/ 1855220 w 5822102"/>
                <a:gd name="connsiteY45" fmla="*/ 5937591 h 6685267"/>
                <a:gd name="connsiteX46" fmla="*/ 2131810 w 5822102"/>
                <a:gd name="connsiteY46" fmla="*/ 6080268 h 6685267"/>
                <a:gd name="connsiteX47" fmla="*/ 2423726 w 5822102"/>
                <a:gd name="connsiteY47" fmla="*/ 6188087 h 6685267"/>
                <a:gd name="connsiteX48" fmla="*/ 2727780 w 5822102"/>
                <a:gd name="connsiteY48" fmla="*/ 6262552 h 6685267"/>
                <a:gd name="connsiteX49" fmla="*/ 3041276 w 5822102"/>
                <a:gd name="connsiteY49" fmla="*/ 6304245 h 6685267"/>
                <a:gd name="connsiteX50" fmla="*/ 3360532 w 5822102"/>
                <a:gd name="connsiteY50" fmla="*/ 6317331 h 6685267"/>
                <a:gd name="connsiteX51" fmla="*/ 3439855 w 5822102"/>
                <a:gd name="connsiteY51" fmla="*/ 6316751 h 6685267"/>
                <a:gd name="connsiteX52" fmla="*/ 3478721 w 5822102"/>
                <a:gd name="connsiteY52" fmla="*/ 6315826 h 6685267"/>
                <a:gd name="connsiteX53" fmla="*/ 3517463 w 5822102"/>
                <a:gd name="connsiteY53" fmla="*/ 6313971 h 6685267"/>
                <a:gd name="connsiteX54" fmla="*/ 3671452 w 5822102"/>
                <a:gd name="connsiteY54" fmla="*/ 6301233 h 6685267"/>
                <a:gd name="connsiteX55" fmla="*/ 4265460 w 5822102"/>
                <a:gd name="connsiteY55" fmla="*/ 6149638 h 6685267"/>
                <a:gd name="connsiteX56" fmla="*/ 4546587 w 5822102"/>
                <a:gd name="connsiteY56" fmla="*/ 6018079 h 6685267"/>
                <a:gd name="connsiteX57" fmla="*/ 4818030 w 5822102"/>
                <a:gd name="connsiteY57" fmla="*/ 5858029 h 6685267"/>
                <a:gd name="connsiteX58" fmla="*/ 5081870 w 5822102"/>
                <a:gd name="connsiteY58" fmla="*/ 5676903 h 6685267"/>
                <a:gd name="connsiteX59" fmla="*/ 5212073 w 5822102"/>
                <a:gd name="connsiteY59" fmla="*/ 5581013 h 6685267"/>
                <a:gd name="connsiteX60" fmla="*/ 5343625 w 5822102"/>
                <a:gd name="connsiteY60" fmla="*/ 5481533 h 6685267"/>
                <a:gd name="connsiteX61" fmla="*/ 5610378 w 5822102"/>
                <a:gd name="connsiteY61" fmla="*/ 5284425 h 6685267"/>
                <a:gd name="connsiteX62" fmla="*/ 5822102 w 5822102"/>
                <a:gd name="connsiteY62" fmla="*/ 5126414 h 6685267"/>
                <a:gd name="connsiteX63" fmla="*/ 5822102 w 5822102"/>
                <a:gd name="connsiteY63" fmla="*/ 5556641 h 6685267"/>
                <a:gd name="connsiteX64" fmla="*/ 5576325 w 5822102"/>
                <a:gd name="connsiteY64" fmla="*/ 5749979 h 6685267"/>
                <a:gd name="connsiteX65" fmla="*/ 5447715 w 5822102"/>
                <a:gd name="connsiteY65" fmla="*/ 5852818 h 6685267"/>
                <a:gd name="connsiteX66" fmla="*/ 5315059 w 5822102"/>
                <a:gd name="connsiteY66" fmla="*/ 5956236 h 6685267"/>
                <a:gd name="connsiteX67" fmla="*/ 5038468 w 5822102"/>
                <a:gd name="connsiteY67" fmla="*/ 6155776 h 6685267"/>
                <a:gd name="connsiteX68" fmla="*/ 4741892 w 5822102"/>
                <a:gd name="connsiteY68" fmla="*/ 6338292 h 6685267"/>
                <a:gd name="connsiteX69" fmla="*/ 4420920 w 5822102"/>
                <a:gd name="connsiteY69" fmla="*/ 6492203 h 6685267"/>
                <a:gd name="connsiteX70" fmla="*/ 3717672 w 5822102"/>
                <a:gd name="connsiteY70" fmla="*/ 6670434 h 6685267"/>
                <a:gd name="connsiteX71" fmla="*/ 3535853 w 5822102"/>
                <a:gd name="connsiteY71" fmla="*/ 6683289 h 6685267"/>
                <a:gd name="connsiteX72" fmla="*/ 3490367 w 5822102"/>
                <a:gd name="connsiteY72" fmla="*/ 6684910 h 6685267"/>
                <a:gd name="connsiteX73" fmla="*/ 3445005 w 5822102"/>
                <a:gd name="connsiteY73" fmla="*/ 6685142 h 6685267"/>
                <a:gd name="connsiteX74" fmla="*/ 3355872 w 5822102"/>
                <a:gd name="connsiteY74" fmla="*/ 6684100 h 6685267"/>
                <a:gd name="connsiteX75" fmla="*/ 3179203 w 5822102"/>
                <a:gd name="connsiteY75" fmla="*/ 6677150 h 6685267"/>
                <a:gd name="connsiteX76" fmla="*/ 3002410 w 5822102"/>
                <a:gd name="connsiteY76" fmla="*/ 6661169 h 6685267"/>
                <a:gd name="connsiteX77" fmla="*/ 2650296 w 5822102"/>
                <a:gd name="connsiteY77" fmla="*/ 6604191 h 6685267"/>
                <a:gd name="connsiteX78" fmla="*/ 2306028 w 5822102"/>
                <a:gd name="connsiteY78" fmla="*/ 6505869 h 6685267"/>
                <a:gd name="connsiteX79" fmla="*/ 1978803 w 5822102"/>
                <a:gd name="connsiteY79" fmla="*/ 6363307 h 6685267"/>
                <a:gd name="connsiteX80" fmla="*/ 1678428 w 5822102"/>
                <a:gd name="connsiteY80" fmla="*/ 6177779 h 6685267"/>
                <a:gd name="connsiteX81" fmla="*/ 1175880 w 5822102"/>
                <a:gd name="connsiteY81" fmla="*/ 5710373 h 6685267"/>
                <a:gd name="connsiteX82" fmla="*/ 971502 w 5822102"/>
                <a:gd name="connsiteY82" fmla="*/ 5445399 h 6685267"/>
                <a:gd name="connsiteX83" fmla="*/ 790909 w 5822102"/>
                <a:gd name="connsiteY83" fmla="*/ 5169078 h 6685267"/>
                <a:gd name="connsiteX84" fmla="*/ 706680 w 5822102"/>
                <a:gd name="connsiteY84" fmla="*/ 5031959 h 6685267"/>
                <a:gd name="connsiteX85" fmla="*/ 619143 w 5822102"/>
                <a:gd name="connsiteY85" fmla="*/ 4897157 h 6685267"/>
                <a:gd name="connsiteX86" fmla="*/ 436465 w 5822102"/>
                <a:gd name="connsiteY86" fmla="*/ 4628710 h 6685267"/>
                <a:gd name="connsiteX87" fmla="*/ 347088 w 5822102"/>
                <a:gd name="connsiteY87" fmla="*/ 4492171 h 6685267"/>
                <a:gd name="connsiteX88" fmla="*/ 262001 w 5822102"/>
                <a:gd name="connsiteY88" fmla="*/ 4352619 h 6685267"/>
                <a:gd name="connsiteX89" fmla="*/ 118679 w 5822102"/>
                <a:gd name="connsiteY89" fmla="*/ 4059853 h 6685267"/>
                <a:gd name="connsiteX90" fmla="*/ 28322 w 5822102"/>
                <a:gd name="connsiteY90" fmla="*/ 3749136 h 6685267"/>
                <a:gd name="connsiteX91" fmla="*/ 0 w 5822102"/>
                <a:gd name="connsiteY91" fmla="*/ 3428922 h 6685267"/>
                <a:gd name="connsiteX92" fmla="*/ 253052 w 5822102"/>
                <a:gd name="connsiteY92" fmla="*/ 2174356 h 6685267"/>
                <a:gd name="connsiteX93" fmla="*/ 389141 w 5822102"/>
                <a:gd name="connsiteY93" fmla="*/ 1877652 h 6685267"/>
                <a:gd name="connsiteX94" fmla="*/ 552079 w 5822102"/>
                <a:gd name="connsiteY94" fmla="*/ 1591834 h 6685267"/>
                <a:gd name="connsiteX95" fmla="*/ 954950 w 5822102"/>
                <a:gd name="connsiteY95" fmla="*/ 1061773 h 6685267"/>
                <a:gd name="connsiteX96" fmla="*/ 1192922 w 5822102"/>
                <a:gd name="connsiteY96" fmla="*/ 822626 h 6685267"/>
                <a:gd name="connsiteX97" fmla="*/ 1255939 w 5822102"/>
                <a:gd name="connsiteY97" fmla="*/ 765880 h 6685267"/>
                <a:gd name="connsiteX98" fmla="*/ 1320183 w 5822102"/>
                <a:gd name="connsiteY98" fmla="*/ 710291 h 6685267"/>
                <a:gd name="connsiteX99" fmla="*/ 1452961 w 5822102"/>
                <a:gd name="connsiteY99" fmla="*/ 603514 h 6685267"/>
                <a:gd name="connsiteX100" fmla="*/ 2033360 w 5822102"/>
                <a:gd name="connsiteY100" fmla="*/ 235818 h 6685267"/>
                <a:gd name="connsiteX101" fmla="*/ 2512513 w 5822102"/>
                <a:gd name="connsiteY101" fmla="*/ 30012 h 668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5822102" h="6685267">
                  <a:moveTo>
                    <a:pt x="2605444" y="0"/>
                  </a:moveTo>
                  <a:lnTo>
                    <a:pt x="4757391" y="0"/>
                  </a:lnTo>
                  <a:lnTo>
                    <a:pt x="4913680" y="56274"/>
                  </a:lnTo>
                  <a:cubicBezTo>
                    <a:pt x="5074659" y="119278"/>
                    <a:pt x="5229483" y="195083"/>
                    <a:pt x="5376238" y="282027"/>
                  </a:cubicBezTo>
                  <a:cubicBezTo>
                    <a:pt x="5474014" y="340105"/>
                    <a:pt x="5568080" y="403280"/>
                    <a:pt x="5658024" y="471014"/>
                  </a:cubicBezTo>
                  <a:lnTo>
                    <a:pt x="5822102" y="609109"/>
                  </a:lnTo>
                  <a:lnTo>
                    <a:pt x="5822102" y="760697"/>
                  </a:lnTo>
                  <a:lnTo>
                    <a:pt x="5707785" y="666601"/>
                  </a:lnTo>
                  <a:cubicBezTo>
                    <a:pt x="5665273" y="633682"/>
                    <a:pt x="5621749" y="602008"/>
                    <a:pt x="5577306" y="571666"/>
                  </a:cubicBezTo>
                  <a:cubicBezTo>
                    <a:pt x="5487929" y="511562"/>
                    <a:pt x="5395118" y="456089"/>
                    <a:pt x="5298630" y="407449"/>
                  </a:cubicBezTo>
                  <a:cubicBezTo>
                    <a:pt x="5106266" y="309010"/>
                    <a:pt x="4901153" y="235355"/>
                    <a:pt x="4690768" y="184979"/>
                  </a:cubicBezTo>
                  <a:cubicBezTo>
                    <a:pt x="4480382" y="134486"/>
                    <a:pt x="4264724" y="106807"/>
                    <a:pt x="4048577" y="99280"/>
                  </a:cubicBezTo>
                  <a:cubicBezTo>
                    <a:pt x="3832182" y="90709"/>
                    <a:pt x="3617997" y="102290"/>
                    <a:pt x="3405404" y="131937"/>
                  </a:cubicBezTo>
                  <a:cubicBezTo>
                    <a:pt x="3299353" y="147340"/>
                    <a:pt x="3193915" y="166449"/>
                    <a:pt x="3089702" y="190190"/>
                  </a:cubicBezTo>
                  <a:cubicBezTo>
                    <a:pt x="2985491" y="214278"/>
                    <a:pt x="2882137" y="241725"/>
                    <a:pt x="2780132" y="273457"/>
                  </a:cubicBezTo>
                  <a:cubicBezTo>
                    <a:pt x="2678126" y="305073"/>
                    <a:pt x="2577348" y="340510"/>
                    <a:pt x="2478040" y="379654"/>
                  </a:cubicBezTo>
                  <a:cubicBezTo>
                    <a:pt x="2378854" y="418914"/>
                    <a:pt x="2281017" y="461763"/>
                    <a:pt x="2184897" y="507972"/>
                  </a:cubicBezTo>
                  <a:cubicBezTo>
                    <a:pt x="1992657" y="600271"/>
                    <a:pt x="1806791" y="705542"/>
                    <a:pt x="1629141" y="823205"/>
                  </a:cubicBezTo>
                  <a:cubicBezTo>
                    <a:pt x="1584882" y="852736"/>
                    <a:pt x="1540745" y="882731"/>
                    <a:pt x="1497711" y="914000"/>
                  </a:cubicBezTo>
                  <a:cubicBezTo>
                    <a:pt x="1475888" y="929286"/>
                    <a:pt x="1454555" y="945153"/>
                    <a:pt x="1433099" y="960903"/>
                  </a:cubicBezTo>
                  <a:cubicBezTo>
                    <a:pt x="1411521" y="976537"/>
                    <a:pt x="1390311" y="992634"/>
                    <a:pt x="1369346" y="1008963"/>
                  </a:cubicBezTo>
                  <a:cubicBezTo>
                    <a:pt x="1285119" y="1074165"/>
                    <a:pt x="1202730" y="1141797"/>
                    <a:pt x="1123406" y="1212905"/>
                  </a:cubicBezTo>
                  <a:cubicBezTo>
                    <a:pt x="964391" y="1354656"/>
                    <a:pt x="816900" y="1509261"/>
                    <a:pt x="684367" y="1675564"/>
                  </a:cubicBezTo>
                  <a:cubicBezTo>
                    <a:pt x="618161" y="1758716"/>
                    <a:pt x="555512" y="1844763"/>
                    <a:pt x="497153" y="1933588"/>
                  </a:cubicBezTo>
                  <a:cubicBezTo>
                    <a:pt x="439775" y="2022877"/>
                    <a:pt x="385584" y="2114367"/>
                    <a:pt x="337770" y="2208983"/>
                  </a:cubicBezTo>
                  <a:cubicBezTo>
                    <a:pt x="325388" y="2232493"/>
                    <a:pt x="313862" y="2256349"/>
                    <a:pt x="302461" y="2280207"/>
                  </a:cubicBezTo>
                  <a:lnTo>
                    <a:pt x="285296" y="2316107"/>
                  </a:lnTo>
                  <a:lnTo>
                    <a:pt x="268991" y="2352355"/>
                  </a:lnTo>
                  <a:cubicBezTo>
                    <a:pt x="258324" y="2376560"/>
                    <a:pt x="247535" y="2400764"/>
                    <a:pt x="237849" y="2425432"/>
                  </a:cubicBezTo>
                  <a:cubicBezTo>
                    <a:pt x="228163" y="2450099"/>
                    <a:pt x="217498" y="2474419"/>
                    <a:pt x="208670" y="2499319"/>
                  </a:cubicBezTo>
                  <a:cubicBezTo>
                    <a:pt x="170909" y="2598219"/>
                    <a:pt x="138908" y="2699206"/>
                    <a:pt x="113775" y="2801929"/>
                  </a:cubicBezTo>
                  <a:cubicBezTo>
                    <a:pt x="62773" y="3006911"/>
                    <a:pt x="36659" y="3217917"/>
                    <a:pt x="36781" y="3428922"/>
                  </a:cubicBezTo>
                  <a:cubicBezTo>
                    <a:pt x="37394" y="3534078"/>
                    <a:pt x="47816" y="3639001"/>
                    <a:pt x="69148" y="3741955"/>
                  </a:cubicBezTo>
                  <a:cubicBezTo>
                    <a:pt x="91585" y="3844679"/>
                    <a:pt x="124074" y="3945202"/>
                    <a:pt x="167966" y="4041323"/>
                  </a:cubicBezTo>
                  <a:cubicBezTo>
                    <a:pt x="178387" y="4065528"/>
                    <a:pt x="190525" y="4089153"/>
                    <a:pt x="202049" y="4112894"/>
                  </a:cubicBezTo>
                  <a:cubicBezTo>
                    <a:pt x="214555" y="4136288"/>
                    <a:pt x="226447" y="4159912"/>
                    <a:pt x="239933" y="4182843"/>
                  </a:cubicBezTo>
                  <a:cubicBezTo>
                    <a:pt x="265680" y="4229167"/>
                    <a:pt x="294368" y="4274101"/>
                    <a:pt x="323916" y="4318456"/>
                  </a:cubicBezTo>
                  <a:cubicBezTo>
                    <a:pt x="353341" y="4362927"/>
                    <a:pt x="384849" y="4406240"/>
                    <a:pt x="416604" y="4449436"/>
                  </a:cubicBezTo>
                  <a:cubicBezTo>
                    <a:pt x="448847" y="4492286"/>
                    <a:pt x="482319" y="4534557"/>
                    <a:pt x="515911" y="4576711"/>
                  </a:cubicBezTo>
                  <a:cubicBezTo>
                    <a:pt x="583219" y="4661137"/>
                    <a:pt x="653594" y="4743825"/>
                    <a:pt x="722619" y="4828482"/>
                  </a:cubicBezTo>
                  <a:cubicBezTo>
                    <a:pt x="757315" y="4870637"/>
                    <a:pt x="791889" y="4913138"/>
                    <a:pt x="825972" y="4956104"/>
                  </a:cubicBezTo>
                  <a:cubicBezTo>
                    <a:pt x="859934" y="4998722"/>
                    <a:pt x="893649" y="5044004"/>
                    <a:pt x="926506" y="5085347"/>
                  </a:cubicBezTo>
                  <a:cubicBezTo>
                    <a:pt x="959119" y="5127734"/>
                    <a:pt x="993324" y="5168847"/>
                    <a:pt x="1027040" y="5210191"/>
                  </a:cubicBezTo>
                  <a:cubicBezTo>
                    <a:pt x="1061737" y="5250840"/>
                    <a:pt x="1096188" y="5291488"/>
                    <a:pt x="1132110" y="5330748"/>
                  </a:cubicBezTo>
                  <a:cubicBezTo>
                    <a:pt x="1203465" y="5409731"/>
                    <a:pt x="1277639" y="5485818"/>
                    <a:pt x="1354880" y="5558083"/>
                  </a:cubicBezTo>
                  <a:cubicBezTo>
                    <a:pt x="1509603" y="5702266"/>
                    <a:pt x="1676588" y="5830930"/>
                    <a:pt x="1855220" y="5937591"/>
                  </a:cubicBezTo>
                  <a:cubicBezTo>
                    <a:pt x="1944720" y="5990632"/>
                    <a:pt x="2036549" y="6039272"/>
                    <a:pt x="2131810" y="6080268"/>
                  </a:cubicBezTo>
                  <a:cubicBezTo>
                    <a:pt x="2226460" y="6122423"/>
                    <a:pt x="2324173" y="6157977"/>
                    <a:pt x="2423726" y="6188087"/>
                  </a:cubicBezTo>
                  <a:cubicBezTo>
                    <a:pt x="2523280" y="6218313"/>
                    <a:pt x="2624794" y="6242749"/>
                    <a:pt x="2727780" y="6262552"/>
                  </a:cubicBezTo>
                  <a:cubicBezTo>
                    <a:pt x="2830890" y="6282008"/>
                    <a:pt x="2935714" y="6295326"/>
                    <a:pt x="3041276" y="6304245"/>
                  </a:cubicBezTo>
                  <a:cubicBezTo>
                    <a:pt x="3146836" y="6313277"/>
                    <a:pt x="3253499" y="6317215"/>
                    <a:pt x="3360532" y="6317331"/>
                  </a:cubicBezTo>
                  <a:cubicBezTo>
                    <a:pt x="3387259" y="6317331"/>
                    <a:pt x="3414354" y="6317794"/>
                    <a:pt x="3439855" y="6316751"/>
                  </a:cubicBezTo>
                  <a:lnTo>
                    <a:pt x="3478721" y="6315826"/>
                  </a:lnTo>
                  <a:lnTo>
                    <a:pt x="3517463" y="6313971"/>
                  </a:lnTo>
                  <a:cubicBezTo>
                    <a:pt x="3569078" y="6311772"/>
                    <a:pt x="3620449" y="6306907"/>
                    <a:pt x="3671452" y="6301233"/>
                  </a:cubicBezTo>
                  <a:cubicBezTo>
                    <a:pt x="3875707" y="6277608"/>
                    <a:pt x="4074445" y="6225841"/>
                    <a:pt x="4265460" y="6149638"/>
                  </a:cubicBezTo>
                  <a:cubicBezTo>
                    <a:pt x="4361212" y="6111884"/>
                    <a:pt x="4454636" y="6067065"/>
                    <a:pt x="4546587" y="6018079"/>
                  </a:cubicBezTo>
                  <a:cubicBezTo>
                    <a:pt x="4638662" y="5969322"/>
                    <a:pt x="4729020" y="5915240"/>
                    <a:pt x="4818030" y="5858029"/>
                  </a:cubicBezTo>
                  <a:cubicBezTo>
                    <a:pt x="4907038" y="5800703"/>
                    <a:pt x="4994577" y="5739672"/>
                    <a:pt x="5081870" y="5676903"/>
                  </a:cubicBezTo>
                  <a:cubicBezTo>
                    <a:pt x="5125392" y="5645519"/>
                    <a:pt x="5168794" y="5613324"/>
                    <a:pt x="5212073" y="5581013"/>
                  </a:cubicBezTo>
                  <a:lnTo>
                    <a:pt x="5343625" y="5481533"/>
                  </a:lnTo>
                  <a:cubicBezTo>
                    <a:pt x="5432696" y="5414768"/>
                    <a:pt x="5521951" y="5349452"/>
                    <a:pt x="5610378" y="5284425"/>
                  </a:cubicBezTo>
                  <a:lnTo>
                    <a:pt x="5822102" y="5126414"/>
                  </a:lnTo>
                  <a:lnTo>
                    <a:pt x="5822102" y="5556641"/>
                  </a:lnTo>
                  <a:lnTo>
                    <a:pt x="5576325" y="5749979"/>
                  </a:lnTo>
                  <a:lnTo>
                    <a:pt x="5447715" y="5852818"/>
                  </a:lnTo>
                  <a:cubicBezTo>
                    <a:pt x="5403945" y="5887445"/>
                    <a:pt x="5359932" y="5922073"/>
                    <a:pt x="5315059" y="5956236"/>
                  </a:cubicBezTo>
                  <a:cubicBezTo>
                    <a:pt x="5225682" y="6024680"/>
                    <a:pt x="5133976" y="6091734"/>
                    <a:pt x="5038468" y="6155776"/>
                  </a:cubicBezTo>
                  <a:cubicBezTo>
                    <a:pt x="4943084" y="6219703"/>
                    <a:pt x="4845002" y="6281777"/>
                    <a:pt x="4741892" y="6338292"/>
                  </a:cubicBezTo>
                  <a:cubicBezTo>
                    <a:pt x="4638784" y="6394692"/>
                    <a:pt x="4532120" y="6447038"/>
                    <a:pt x="4420920" y="6492203"/>
                  </a:cubicBezTo>
                  <a:cubicBezTo>
                    <a:pt x="4199255" y="6583693"/>
                    <a:pt x="3959813" y="6644840"/>
                    <a:pt x="3717672" y="6670434"/>
                  </a:cubicBezTo>
                  <a:cubicBezTo>
                    <a:pt x="3657106" y="6676456"/>
                    <a:pt x="3596419" y="6681321"/>
                    <a:pt x="3535853" y="6683289"/>
                  </a:cubicBezTo>
                  <a:lnTo>
                    <a:pt x="3490367" y="6684910"/>
                  </a:lnTo>
                  <a:lnTo>
                    <a:pt x="3445005" y="6685142"/>
                  </a:lnTo>
                  <a:cubicBezTo>
                    <a:pt x="3414354" y="6685605"/>
                    <a:pt x="3385297" y="6684679"/>
                    <a:pt x="3355872" y="6684100"/>
                  </a:cubicBezTo>
                  <a:cubicBezTo>
                    <a:pt x="3297146" y="6683405"/>
                    <a:pt x="3238052" y="6680047"/>
                    <a:pt x="3179203" y="6677150"/>
                  </a:cubicBezTo>
                  <a:cubicBezTo>
                    <a:pt x="3120232" y="6672519"/>
                    <a:pt x="3061259" y="6668233"/>
                    <a:pt x="3002410" y="6661169"/>
                  </a:cubicBezTo>
                  <a:cubicBezTo>
                    <a:pt x="2884589" y="6647851"/>
                    <a:pt x="2766891" y="6629669"/>
                    <a:pt x="2650296" y="6604191"/>
                  </a:cubicBezTo>
                  <a:cubicBezTo>
                    <a:pt x="2533702" y="6578713"/>
                    <a:pt x="2418456" y="6545938"/>
                    <a:pt x="2306028" y="6505869"/>
                  </a:cubicBezTo>
                  <a:cubicBezTo>
                    <a:pt x="2193602" y="6465683"/>
                    <a:pt x="2084118" y="6417738"/>
                    <a:pt x="1978803" y="6363307"/>
                  </a:cubicBezTo>
                  <a:cubicBezTo>
                    <a:pt x="1873855" y="6308066"/>
                    <a:pt x="1773077" y="6246340"/>
                    <a:pt x="1678428" y="6177779"/>
                  </a:cubicBezTo>
                  <a:cubicBezTo>
                    <a:pt x="1488393" y="6041356"/>
                    <a:pt x="1321900" y="5881423"/>
                    <a:pt x="1175880" y="5710373"/>
                  </a:cubicBezTo>
                  <a:cubicBezTo>
                    <a:pt x="1103177" y="5624441"/>
                    <a:pt x="1035501" y="5535732"/>
                    <a:pt x="971502" y="5445399"/>
                  </a:cubicBezTo>
                  <a:cubicBezTo>
                    <a:pt x="907380" y="5355069"/>
                    <a:pt x="847550" y="5262768"/>
                    <a:pt x="790909" y="5169078"/>
                  </a:cubicBezTo>
                  <a:cubicBezTo>
                    <a:pt x="761974" y="5121712"/>
                    <a:pt x="735492" y="5077357"/>
                    <a:pt x="706680" y="5031959"/>
                  </a:cubicBezTo>
                  <a:cubicBezTo>
                    <a:pt x="678114" y="4986910"/>
                    <a:pt x="649058" y="4941860"/>
                    <a:pt x="619143" y="4897157"/>
                  </a:cubicBezTo>
                  <a:lnTo>
                    <a:pt x="436465" y="4628710"/>
                  </a:lnTo>
                  <a:cubicBezTo>
                    <a:pt x="406182" y="4583544"/>
                    <a:pt x="376267" y="4538147"/>
                    <a:pt x="347088" y="4492171"/>
                  </a:cubicBezTo>
                  <a:cubicBezTo>
                    <a:pt x="317908" y="4446194"/>
                    <a:pt x="288974" y="4400102"/>
                    <a:pt x="262001" y="4352619"/>
                  </a:cubicBezTo>
                  <a:cubicBezTo>
                    <a:pt x="207934" y="4258119"/>
                    <a:pt x="158280" y="4160840"/>
                    <a:pt x="118679" y="4059853"/>
                  </a:cubicBezTo>
                  <a:cubicBezTo>
                    <a:pt x="78343" y="3959214"/>
                    <a:pt x="48429" y="3854870"/>
                    <a:pt x="28322" y="3749136"/>
                  </a:cubicBezTo>
                  <a:cubicBezTo>
                    <a:pt x="9073" y="3643402"/>
                    <a:pt x="0" y="3536046"/>
                    <a:pt x="0" y="3428922"/>
                  </a:cubicBezTo>
                  <a:cubicBezTo>
                    <a:pt x="1594" y="3001816"/>
                    <a:pt x="89010" y="2575868"/>
                    <a:pt x="253052" y="2174356"/>
                  </a:cubicBezTo>
                  <a:cubicBezTo>
                    <a:pt x="294246" y="2074066"/>
                    <a:pt x="338873" y="1974700"/>
                    <a:pt x="389141" y="1877652"/>
                  </a:cubicBezTo>
                  <a:cubicBezTo>
                    <a:pt x="438672" y="1780256"/>
                    <a:pt x="493230" y="1684945"/>
                    <a:pt x="552079" y="1591834"/>
                  </a:cubicBezTo>
                  <a:cubicBezTo>
                    <a:pt x="669900" y="1405728"/>
                    <a:pt x="804394" y="1227729"/>
                    <a:pt x="954950" y="1061773"/>
                  </a:cubicBezTo>
                  <a:cubicBezTo>
                    <a:pt x="1030597" y="979085"/>
                    <a:pt x="1109552" y="898829"/>
                    <a:pt x="1192922" y="822626"/>
                  </a:cubicBezTo>
                  <a:cubicBezTo>
                    <a:pt x="1213642" y="803402"/>
                    <a:pt x="1234483" y="784409"/>
                    <a:pt x="1255939" y="765880"/>
                  </a:cubicBezTo>
                  <a:cubicBezTo>
                    <a:pt x="1277273" y="747234"/>
                    <a:pt x="1298237" y="728241"/>
                    <a:pt x="1320183" y="710291"/>
                  </a:cubicBezTo>
                  <a:cubicBezTo>
                    <a:pt x="1363585" y="673811"/>
                    <a:pt x="1408088" y="638489"/>
                    <a:pt x="1452961" y="603514"/>
                  </a:cubicBezTo>
                  <a:cubicBezTo>
                    <a:pt x="1633310" y="464543"/>
                    <a:pt x="1828125" y="341437"/>
                    <a:pt x="2033360" y="235818"/>
                  </a:cubicBezTo>
                  <a:cubicBezTo>
                    <a:pt x="2187242" y="156561"/>
                    <a:pt x="2347554" y="87597"/>
                    <a:pt x="2512513" y="3001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15102EBE-A80F-4CFF-B1DD-941EF9728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04998" y="98659"/>
              <a:ext cx="5774333" cy="6315453"/>
            </a:xfrm>
            <a:custGeom>
              <a:avLst/>
              <a:gdLst>
                <a:gd name="connsiteX0" fmla="*/ 3707237 w 5774333"/>
                <a:gd name="connsiteY0" fmla="*/ 1489 h 6315453"/>
                <a:gd name="connsiteX1" fmla="*/ 4037665 w 5774333"/>
                <a:gd name="connsiteY1" fmla="*/ 6121 h 6315453"/>
                <a:gd name="connsiteX2" fmla="*/ 4692239 w 5774333"/>
                <a:gd name="connsiteY2" fmla="*/ 102128 h 6315453"/>
                <a:gd name="connsiteX3" fmla="*/ 5315059 w 5774333"/>
                <a:gd name="connsiteY3" fmla="*/ 324945 h 6315453"/>
                <a:gd name="connsiteX4" fmla="*/ 5738325 w 5774333"/>
                <a:gd name="connsiteY4" fmla="*/ 578286 h 6315453"/>
                <a:gd name="connsiteX5" fmla="*/ 5774333 w 5774333"/>
                <a:gd name="connsiteY5" fmla="*/ 606551 h 6315453"/>
                <a:gd name="connsiteX6" fmla="*/ 5774333 w 5774333"/>
                <a:gd name="connsiteY6" fmla="*/ 975490 h 6315453"/>
                <a:gd name="connsiteX7" fmla="*/ 5676001 w 5774333"/>
                <a:gd name="connsiteY7" fmla="*/ 889749 h 6315453"/>
                <a:gd name="connsiteX8" fmla="*/ 5177132 w 5774333"/>
                <a:gd name="connsiteY8" fmla="*/ 581926 h 6315453"/>
                <a:gd name="connsiteX9" fmla="*/ 4615735 w 5774333"/>
                <a:gd name="connsiteY9" fmla="*/ 388640 h 6315453"/>
                <a:gd name="connsiteX10" fmla="*/ 4020010 w 5774333"/>
                <a:gd name="connsiteY10" fmla="*/ 308500 h 6315453"/>
                <a:gd name="connsiteX11" fmla="*/ 3416315 w 5774333"/>
                <a:gd name="connsiteY11" fmla="*/ 328882 h 6315453"/>
                <a:gd name="connsiteX12" fmla="*/ 2823779 w 5774333"/>
                <a:gd name="connsiteY12" fmla="*/ 446545 h 6315453"/>
                <a:gd name="connsiteX13" fmla="*/ 2256987 w 5774333"/>
                <a:gd name="connsiteY13" fmla="*/ 651296 h 6315453"/>
                <a:gd name="connsiteX14" fmla="*/ 1244169 w 5774333"/>
                <a:gd name="connsiteY14" fmla="*/ 1280374 h 6315453"/>
                <a:gd name="connsiteX15" fmla="*/ 830141 w 5774333"/>
                <a:gd name="connsiteY15" fmla="*/ 1700184 h 6315453"/>
                <a:gd name="connsiteX16" fmla="*/ 502792 w 5774333"/>
                <a:gd name="connsiteY16" fmla="*/ 2182300 h 6315453"/>
                <a:gd name="connsiteX17" fmla="*/ 280637 w 5774333"/>
                <a:gd name="connsiteY17" fmla="*/ 2715256 h 6315453"/>
                <a:gd name="connsiteX18" fmla="*/ 199843 w 5774333"/>
                <a:gd name="connsiteY18" fmla="*/ 3283418 h 6315453"/>
                <a:gd name="connsiteX19" fmla="*/ 233926 w 5774333"/>
                <a:gd name="connsiteY19" fmla="*/ 3561593 h 6315453"/>
                <a:gd name="connsiteX20" fmla="*/ 334582 w 5774333"/>
                <a:gd name="connsiteY20" fmla="*/ 3821816 h 6315453"/>
                <a:gd name="connsiteX21" fmla="*/ 404834 w 5774333"/>
                <a:gd name="connsiteY21" fmla="*/ 3944343 h 6315453"/>
                <a:gd name="connsiteX22" fmla="*/ 485506 w 5774333"/>
                <a:gd name="connsiteY22" fmla="*/ 4062932 h 6315453"/>
                <a:gd name="connsiteX23" fmla="*/ 671861 w 5774333"/>
                <a:gd name="connsiteY23" fmla="*/ 4292120 h 6315453"/>
                <a:gd name="connsiteX24" fmla="*/ 873542 w 5774333"/>
                <a:gd name="connsiteY24" fmla="*/ 4523044 h 6315453"/>
                <a:gd name="connsiteX25" fmla="*/ 973831 w 5774333"/>
                <a:gd name="connsiteY25" fmla="*/ 4643601 h 6315453"/>
                <a:gd name="connsiteX26" fmla="*/ 1022014 w 5774333"/>
                <a:gd name="connsiteY26" fmla="*/ 4702780 h 6315453"/>
                <a:gd name="connsiteX27" fmla="*/ 1069215 w 5774333"/>
                <a:gd name="connsiteY27" fmla="*/ 4759411 h 6315453"/>
                <a:gd name="connsiteX28" fmla="*/ 1474784 w 5774333"/>
                <a:gd name="connsiteY28" fmla="*/ 5177948 h 6315453"/>
                <a:gd name="connsiteX29" fmla="*/ 1690442 w 5774333"/>
                <a:gd name="connsiteY29" fmla="*/ 5366255 h 6315453"/>
                <a:gd name="connsiteX30" fmla="*/ 1916276 w 5774333"/>
                <a:gd name="connsiteY30" fmla="*/ 5539852 h 6315453"/>
                <a:gd name="connsiteX31" fmla="*/ 2420784 w 5774333"/>
                <a:gd name="connsiteY31" fmla="*/ 5814437 h 6315453"/>
                <a:gd name="connsiteX32" fmla="*/ 2703015 w 5774333"/>
                <a:gd name="connsiteY32" fmla="*/ 5892029 h 6315453"/>
                <a:gd name="connsiteX33" fmla="*/ 2775350 w 5774333"/>
                <a:gd name="connsiteY33" fmla="*/ 5905695 h 6315453"/>
                <a:gd name="connsiteX34" fmla="*/ 2848299 w 5774333"/>
                <a:gd name="connsiteY34" fmla="*/ 5917161 h 6315453"/>
                <a:gd name="connsiteX35" fmla="*/ 2995544 w 5774333"/>
                <a:gd name="connsiteY35" fmla="*/ 5933605 h 6315453"/>
                <a:gd name="connsiteX36" fmla="*/ 3069596 w 5774333"/>
                <a:gd name="connsiteY36" fmla="*/ 5938933 h 6315453"/>
                <a:gd name="connsiteX37" fmla="*/ 3143894 w 5774333"/>
                <a:gd name="connsiteY37" fmla="*/ 5942639 h 6315453"/>
                <a:gd name="connsiteX38" fmla="*/ 3218436 w 5774333"/>
                <a:gd name="connsiteY38" fmla="*/ 5944260 h 6315453"/>
                <a:gd name="connsiteX39" fmla="*/ 3293101 w 5774333"/>
                <a:gd name="connsiteY39" fmla="*/ 5943913 h 6315453"/>
                <a:gd name="connsiteX40" fmla="*/ 3330494 w 5774333"/>
                <a:gd name="connsiteY40" fmla="*/ 5943565 h 6315453"/>
                <a:gd name="connsiteX41" fmla="*/ 3366540 w 5774333"/>
                <a:gd name="connsiteY41" fmla="*/ 5942059 h 6315453"/>
                <a:gd name="connsiteX42" fmla="*/ 3402462 w 5774333"/>
                <a:gd name="connsiteY42" fmla="*/ 5940323 h 6315453"/>
                <a:gd name="connsiteX43" fmla="*/ 3438262 w 5774333"/>
                <a:gd name="connsiteY43" fmla="*/ 5937543 h 6315453"/>
                <a:gd name="connsiteX44" fmla="*/ 3580236 w 5774333"/>
                <a:gd name="connsiteY44" fmla="*/ 5920982 h 6315453"/>
                <a:gd name="connsiteX45" fmla="*/ 4121034 w 5774333"/>
                <a:gd name="connsiteY45" fmla="*/ 5753290 h 6315453"/>
                <a:gd name="connsiteX46" fmla="*/ 4620639 w 5774333"/>
                <a:gd name="connsiteY46" fmla="*/ 5459364 h 6315453"/>
                <a:gd name="connsiteX47" fmla="*/ 4741771 w 5774333"/>
                <a:gd name="connsiteY47" fmla="*/ 5372971 h 6315453"/>
                <a:gd name="connsiteX48" fmla="*/ 4862901 w 5774333"/>
                <a:gd name="connsiteY48" fmla="*/ 5283682 h 6315453"/>
                <a:gd name="connsiteX49" fmla="*/ 5108229 w 5774333"/>
                <a:gd name="connsiteY49" fmla="*/ 5098386 h 6315453"/>
                <a:gd name="connsiteX50" fmla="*/ 5612493 w 5774333"/>
                <a:gd name="connsiteY50" fmla="*/ 4739724 h 6315453"/>
                <a:gd name="connsiteX51" fmla="*/ 5774333 w 5774333"/>
                <a:gd name="connsiteY51" fmla="*/ 4623488 h 6315453"/>
                <a:gd name="connsiteX52" fmla="*/ 5774333 w 5774333"/>
                <a:gd name="connsiteY52" fmla="*/ 5232926 h 6315453"/>
                <a:gd name="connsiteX53" fmla="*/ 5676492 w 5774333"/>
                <a:gd name="connsiteY53" fmla="*/ 5306859 h 6315453"/>
                <a:gd name="connsiteX54" fmla="*/ 5426260 w 5774333"/>
                <a:gd name="connsiteY54" fmla="*/ 5486233 h 6315453"/>
                <a:gd name="connsiteX55" fmla="*/ 5300225 w 5774333"/>
                <a:gd name="connsiteY55" fmla="*/ 5576217 h 6315453"/>
                <a:gd name="connsiteX56" fmla="*/ 5170757 w 5774333"/>
                <a:gd name="connsiteY56" fmla="*/ 5666780 h 6315453"/>
                <a:gd name="connsiteX57" fmla="*/ 5038100 w 5774333"/>
                <a:gd name="connsiteY57" fmla="*/ 5756185 h 6315453"/>
                <a:gd name="connsiteX58" fmla="*/ 4901276 w 5774333"/>
                <a:gd name="connsiteY58" fmla="*/ 5843043 h 6315453"/>
                <a:gd name="connsiteX59" fmla="*/ 4614019 w 5774333"/>
                <a:gd name="connsiteY59" fmla="*/ 6006103 h 6315453"/>
                <a:gd name="connsiteX60" fmla="*/ 4305061 w 5774333"/>
                <a:gd name="connsiteY60" fmla="*/ 6144726 h 6315453"/>
                <a:gd name="connsiteX61" fmla="*/ 3632710 w 5774333"/>
                <a:gd name="connsiteY61" fmla="*/ 6304196 h 6315453"/>
                <a:gd name="connsiteX62" fmla="*/ 3459594 w 5774333"/>
                <a:gd name="connsiteY62" fmla="*/ 6314504 h 6315453"/>
                <a:gd name="connsiteX63" fmla="*/ 3416315 w 5774333"/>
                <a:gd name="connsiteY63" fmla="*/ 6315429 h 6315453"/>
                <a:gd name="connsiteX64" fmla="*/ 3373159 w 5774333"/>
                <a:gd name="connsiteY64" fmla="*/ 6315198 h 6315453"/>
                <a:gd name="connsiteX65" fmla="*/ 3330127 w 5774333"/>
                <a:gd name="connsiteY65" fmla="*/ 6314735 h 6315453"/>
                <a:gd name="connsiteX66" fmla="*/ 3288320 w 5774333"/>
                <a:gd name="connsiteY66" fmla="*/ 6313230 h 6315453"/>
                <a:gd name="connsiteX67" fmla="*/ 2954350 w 5774333"/>
                <a:gd name="connsiteY67" fmla="*/ 6288098 h 6315453"/>
                <a:gd name="connsiteX68" fmla="*/ 2622466 w 5774333"/>
                <a:gd name="connsiteY68" fmla="*/ 6232742 h 6315453"/>
                <a:gd name="connsiteX69" fmla="*/ 2296466 w 5774333"/>
                <a:gd name="connsiteY69" fmla="*/ 6146001 h 6315453"/>
                <a:gd name="connsiteX70" fmla="*/ 1672419 w 5774333"/>
                <a:gd name="connsiteY70" fmla="*/ 5885197 h 6315453"/>
                <a:gd name="connsiteX71" fmla="*/ 1146578 w 5774333"/>
                <a:gd name="connsiteY71" fmla="*/ 5479168 h 6315453"/>
                <a:gd name="connsiteX72" fmla="*/ 933372 w 5774333"/>
                <a:gd name="connsiteY72" fmla="*/ 5234810 h 6315453"/>
                <a:gd name="connsiteX73" fmla="*/ 747140 w 5774333"/>
                <a:gd name="connsiteY73" fmla="*/ 4976091 h 6315453"/>
                <a:gd name="connsiteX74" fmla="*/ 703616 w 5774333"/>
                <a:gd name="connsiteY74" fmla="*/ 4910196 h 6315453"/>
                <a:gd name="connsiteX75" fmla="*/ 662053 w 5774333"/>
                <a:gd name="connsiteY75" fmla="*/ 4846269 h 6315453"/>
                <a:gd name="connsiteX76" fmla="*/ 580033 w 5774333"/>
                <a:gd name="connsiteY76" fmla="*/ 4722352 h 6315453"/>
                <a:gd name="connsiteX77" fmla="*/ 410105 w 5774333"/>
                <a:gd name="connsiteY77" fmla="*/ 4469193 h 6315453"/>
                <a:gd name="connsiteX78" fmla="*/ 244224 w 5774333"/>
                <a:gd name="connsiteY78" fmla="*/ 4201556 h 6315453"/>
                <a:gd name="connsiteX79" fmla="*/ 169437 w 5774333"/>
                <a:gd name="connsiteY79" fmla="*/ 4059690 h 6315453"/>
                <a:gd name="connsiteX80" fmla="*/ 105929 w 5774333"/>
                <a:gd name="connsiteY80" fmla="*/ 3911221 h 6315453"/>
                <a:gd name="connsiteX81" fmla="*/ 57256 w 5774333"/>
                <a:gd name="connsiteY81" fmla="*/ 3757195 h 6315453"/>
                <a:gd name="connsiteX82" fmla="*/ 39111 w 5774333"/>
                <a:gd name="connsiteY82" fmla="*/ 3678677 h 6315453"/>
                <a:gd name="connsiteX83" fmla="*/ 31142 w 5774333"/>
                <a:gd name="connsiteY83" fmla="*/ 3639300 h 6315453"/>
                <a:gd name="connsiteX84" fmla="*/ 24521 w 5774333"/>
                <a:gd name="connsiteY84" fmla="*/ 3599809 h 6315453"/>
                <a:gd name="connsiteX85" fmla="*/ 0 w 5774333"/>
                <a:gd name="connsiteY85" fmla="*/ 3283418 h 6315453"/>
                <a:gd name="connsiteX86" fmla="*/ 68045 w 5774333"/>
                <a:gd name="connsiteY86" fmla="*/ 2666963 h 6315453"/>
                <a:gd name="connsiteX87" fmla="*/ 272546 w 5774333"/>
                <a:gd name="connsiteY87" fmla="*/ 2076334 h 6315453"/>
                <a:gd name="connsiteX88" fmla="*/ 1039300 w 5774333"/>
                <a:gd name="connsiteY88" fmla="*/ 1073307 h 6315453"/>
                <a:gd name="connsiteX89" fmla="*/ 1547733 w 5774333"/>
                <a:gd name="connsiteY89" fmla="*/ 680365 h 6315453"/>
                <a:gd name="connsiteX90" fmla="*/ 2115995 w 5774333"/>
                <a:gd name="connsiteY90" fmla="*/ 368373 h 6315453"/>
                <a:gd name="connsiteX91" fmla="*/ 3377451 w 5774333"/>
                <a:gd name="connsiteY91" fmla="*/ 24304 h 6315453"/>
                <a:gd name="connsiteX92" fmla="*/ 3707237 w 5774333"/>
                <a:gd name="connsiteY92" fmla="*/ 1489 h 6315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5774333" h="6315453">
                  <a:moveTo>
                    <a:pt x="3707237" y="1489"/>
                  </a:moveTo>
                  <a:cubicBezTo>
                    <a:pt x="3817502" y="-1522"/>
                    <a:pt x="3927875" y="41"/>
                    <a:pt x="4037665" y="6121"/>
                  </a:cubicBezTo>
                  <a:cubicBezTo>
                    <a:pt x="4257614" y="18745"/>
                    <a:pt x="4477439" y="49665"/>
                    <a:pt x="4692239" y="102128"/>
                  </a:cubicBezTo>
                  <a:cubicBezTo>
                    <a:pt x="4907039" y="154474"/>
                    <a:pt x="5116811" y="228592"/>
                    <a:pt x="5315059" y="324945"/>
                  </a:cubicBezTo>
                  <a:cubicBezTo>
                    <a:pt x="5463562" y="397211"/>
                    <a:pt x="5606133" y="481527"/>
                    <a:pt x="5738325" y="578286"/>
                  </a:cubicBezTo>
                  <a:lnTo>
                    <a:pt x="5774333" y="606551"/>
                  </a:lnTo>
                  <a:lnTo>
                    <a:pt x="5774333" y="975490"/>
                  </a:lnTo>
                  <a:lnTo>
                    <a:pt x="5676001" y="889749"/>
                  </a:lnTo>
                  <a:cubicBezTo>
                    <a:pt x="5522381" y="769886"/>
                    <a:pt x="5355519" y="665657"/>
                    <a:pt x="5177132" y="581926"/>
                  </a:cubicBezTo>
                  <a:cubicBezTo>
                    <a:pt x="4998867" y="497965"/>
                    <a:pt x="4810183" y="433574"/>
                    <a:pt x="4615735" y="388640"/>
                  </a:cubicBezTo>
                  <a:cubicBezTo>
                    <a:pt x="4421289" y="343591"/>
                    <a:pt x="4221446" y="317649"/>
                    <a:pt x="4020010" y="308500"/>
                  </a:cubicBezTo>
                  <a:cubicBezTo>
                    <a:pt x="3818207" y="298887"/>
                    <a:pt x="3616649" y="305257"/>
                    <a:pt x="3416315" y="328882"/>
                  </a:cubicBezTo>
                  <a:cubicBezTo>
                    <a:pt x="3216106" y="352623"/>
                    <a:pt x="3017736" y="392346"/>
                    <a:pt x="2823779" y="446545"/>
                  </a:cubicBezTo>
                  <a:cubicBezTo>
                    <a:pt x="2629699" y="500513"/>
                    <a:pt x="2440401" y="570345"/>
                    <a:pt x="2256987" y="651296"/>
                  </a:cubicBezTo>
                  <a:cubicBezTo>
                    <a:pt x="1889058" y="811461"/>
                    <a:pt x="1545527" y="1023856"/>
                    <a:pt x="1244169" y="1280374"/>
                  </a:cubicBezTo>
                  <a:cubicBezTo>
                    <a:pt x="1093982" y="1409039"/>
                    <a:pt x="954828" y="1549400"/>
                    <a:pt x="830141" y="1700184"/>
                  </a:cubicBezTo>
                  <a:cubicBezTo>
                    <a:pt x="705209" y="1850736"/>
                    <a:pt x="594989" y="2012176"/>
                    <a:pt x="502792" y="2182300"/>
                  </a:cubicBezTo>
                  <a:cubicBezTo>
                    <a:pt x="410595" y="2352308"/>
                    <a:pt x="333847" y="2530307"/>
                    <a:pt x="280637" y="2715256"/>
                  </a:cubicBezTo>
                  <a:cubicBezTo>
                    <a:pt x="227306" y="2899741"/>
                    <a:pt x="199719" y="3091521"/>
                    <a:pt x="199843" y="3283418"/>
                  </a:cubicBezTo>
                  <a:cubicBezTo>
                    <a:pt x="200946" y="3377687"/>
                    <a:pt x="210754" y="3471261"/>
                    <a:pt x="233926" y="3561593"/>
                  </a:cubicBezTo>
                  <a:cubicBezTo>
                    <a:pt x="256730" y="3652040"/>
                    <a:pt x="292162" y="3738550"/>
                    <a:pt x="334582" y="3821816"/>
                  </a:cubicBezTo>
                  <a:cubicBezTo>
                    <a:pt x="356038" y="3863392"/>
                    <a:pt x="379823" y="3904157"/>
                    <a:pt x="404834" y="3944343"/>
                  </a:cubicBezTo>
                  <a:cubicBezTo>
                    <a:pt x="430212" y="3984413"/>
                    <a:pt x="457308" y="4023905"/>
                    <a:pt x="485506" y="4062932"/>
                  </a:cubicBezTo>
                  <a:cubicBezTo>
                    <a:pt x="542639" y="4140757"/>
                    <a:pt x="606146" y="4216265"/>
                    <a:pt x="671861" y="4292120"/>
                  </a:cubicBezTo>
                  <a:cubicBezTo>
                    <a:pt x="737576" y="4368091"/>
                    <a:pt x="806234" y="4444062"/>
                    <a:pt x="873542" y="4523044"/>
                  </a:cubicBezTo>
                  <a:cubicBezTo>
                    <a:pt x="907258" y="4562419"/>
                    <a:pt x="940606" y="4602721"/>
                    <a:pt x="973831" y="4643601"/>
                  </a:cubicBezTo>
                  <a:lnTo>
                    <a:pt x="1022014" y="4702780"/>
                  </a:lnTo>
                  <a:cubicBezTo>
                    <a:pt x="1037829" y="4721658"/>
                    <a:pt x="1052910" y="4740998"/>
                    <a:pt x="1069215" y="4759411"/>
                  </a:cubicBezTo>
                  <a:cubicBezTo>
                    <a:pt x="1196477" y="4909269"/>
                    <a:pt x="1334527" y="5047199"/>
                    <a:pt x="1474784" y="5177948"/>
                  </a:cubicBezTo>
                  <a:cubicBezTo>
                    <a:pt x="1545281" y="5243033"/>
                    <a:pt x="1617003" y="5305917"/>
                    <a:pt x="1690442" y="5366255"/>
                  </a:cubicBezTo>
                  <a:cubicBezTo>
                    <a:pt x="1763881" y="5426591"/>
                    <a:pt x="1838668" y="5484959"/>
                    <a:pt x="1916276" y="5539852"/>
                  </a:cubicBezTo>
                  <a:cubicBezTo>
                    <a:pt x="2070877" y="5649872"/>
                    <a:pt x="2237617" y="5748194"/>
                    <a:pt x="2420784" y="5814437"/>
                  </a:cubicBezTo>
                  <a:cubicBezTo>
                    <a:pt x="2512124" y="5847559"/>
                    <a:pt x="2606773" y="5872921"/>
                    <a:pt x="2703015" y="5892029"/>
                  </a:cubicBezTo>
                  <a:cubicBezTo>
                    <a:pt x="2727168" y="5896546"/>
                    <a:pt x="2751075" y="5901758"/>
                    <a:pt x="2775350" y="5905695"/>
                  </a:cubicBezTo>
                  <a:lnTo>
                    <a:pt x="2848299" y="5917161"/>
                  </a:lnTo>
                  <a:cubicBezTo>
                    <a:pt x="2897218" y="5923298"/>
                    <a:pt x="2946136" y="5929784"/>
                    <a:pt x="2995544" y="5933605"/>
                  </a:cubicBezTo>
                  <a:cubicBezTo>
                    <a:pt x="3020188" y="5935806"/>
                    <a:pt x="3044831" y="5937891"/>
                    <a:pt x="3069596" y="5938933"/>
                  </a:cubicBezTo>
                  <a:cubicBezTo>
                    <a:pt x="3094362" y="5940090"/>
                    <a:pt x="3119005" y="5941943"/>
                    <a:pt x="3143894" y="5942639"/>
                  </a:cubicBezTo>
                  <a:lnTo>
                    <a:pt x="3218436" y="5944260"/>
                  </a:lnTo>
                  <a:cubicBezTo>
                    <a:pt x="3243201" y="5944838"/>
                    <a:pt x="3268212" y="5944029"/>
                    <a:pt x="3293101" y="5943913"/>
                  </a:cubicBezTo>
                  <a:lnTo>
                    <a:pt x="3330494" y="5943565"/>
                  </a:lnTo>
                  <a:cubicBezTo>
                    <a:pt x="3342632" y="5943218"/>
                    <a:pt x="3354524" y="5942523"/>
                    <a:pt x="3366540" y="5942059"/>
                  </a:cubicBezTo>
                  <a:cubicBezTo>
                    <a:pt x="3378554" y="5941480"/>
                    <a:pt x="3390570" y="5941134"/>
                    <a:pt x="3402462" y="5940323"/>
                  </a:cubicBezTo>
                  <a:lnTo>
                    <a:pt x="3438262" y="5937543"/>
                  </a:lnTo>
                  <a:cubicBezTo>
                    <a:pt x="3485954" y="5933953"/>
                    <a:pt x="3533279" y="5927931"/>
                    <a:pt x="3580236" y="5920982"/>
                  </a:cubicBezTo>
                  <a:cubicBezTo>
                    <a:pt x="3768185" y="5891567"/>
                    <a:pt x="3948901" y="5834010"/>
                    <a:pt x="4121034" y="5753290"/>
                  </a:cubicBezTo>
                  <a:cubicBezTo>
                    <a:pt x="4293782" y="5673497"/>
                    <a:pt x="4458191" y="5571353"/>
                    <a:pt x="4620639" y="5459364"/>
                  </a:cubicBezTo>
                  <a:cubicBezTo>
                    <a:pt x="4661221" y="5431455"/>
                    <a:pt x="4701557" y="5402271"/>
                    <a:pt x="4741771" y="5372971"/>
                  </a:cubicBezTo>
                  <a:cubicBezTo>
                    <a:pt x="4782230" y="5343672"/>
                    <a:pt x="4822566" y="5313908"/>
                    <a:pt x="4862901" y="5283682"/>
                  </a:cubicBezTo>
                  <a:lnTo>
                    <a:pt x="5108229" y="5098386"/>
                  </a:lnTo>
                  <a:cubicBezTo>
                    <a:pt x="5276563" y="4972270"/>
                    <a:pt x="5446489" y="4854838"/>
                    <a:pt x="5612493" y="4739724"/>
                  </a:cubicBezTo>
                  <a:lnTo>
                    <a:pt x="5774333" y="4623488"/>
                  </a:lnTo>
                  <a:lnTo>
                    <a:pt x="5774333" y="5232926"/>
                  </a:lnTo>
                  <a:lnTo>
                    <a:pt x="5676492" y="5306859"/>
                  </a:lnTo>
                  <a:cubicBezTo>
                    <a:pt x="5592693" y="5367905"/>
                    <a:pt x="5508955" y="5427286"/>
                    <a:pt x="5426260" y="5486233"/>
                  </a:cubicBezTo>
                  <a:lnTo>
                    <a:pt x="5300225" y="5576217"/>
                  </a:lnTo>
                  <a:cubicBezTo>
                    <a:pt x="5257559" y="5606443"/>
                    <a:pt x="5214525" y="5636901"/>
                    <a:pt x="5170757" y="5666780"/>
                  </a:cubicBezTo>
                  <a:cubicBezTo>
                    <a:pt x="5127110" y="5696775"/>
                    <a:pt x="5082973" y="5726654"/>
                    <a:pt x="5038100" y="5756185"/>
                  </a:cubicBezTo>
                  <a:cubicBezTo>
                    <a:pt x="4993106" y="5785486"/>
                    <a:pt x="4947743" y="5814553"/>
                    <a:pt x="4901276" y="5843043"/>
                  </a:cubicBezTo>
                  <a:cubicBezTo>
                    <a:pt x="4808835" y="5900136"/>
                    <a:pt x="4713449" y="5955494"/>
                    <a:pt x="4614019" y="6006103"/>
                  </a:cubicBezTo>
                  <a:cubicBezTo>
                    <a:pt x="4514711" y="6056943"/>
                    <a:pt x="4411971" y="6104192"/>
                    <a:pt x="4305061" y="6144726"/>
                  </a:cubicBezTo>
                  <a:cubicBezTo>
                    <a:pt x="4092223" y="6226952"/>
                    <a:pt x="3863569" y="6282424"/>
                    <a:pt x="3632710" y="6304196"/>
                  </a:cubicBezTo>
                  <a:cubicBezTo>
                    <a:pt x="3574964" y="6309408"/>
                    <a:pt x="3517218" y="6313345"/>
                    <a:pt x="3459594" y="6314504"/>
                  </a:cubicBezTo>
                  <a:lnTo>
                    <a:pt x="3416315" y="6315429"/>
                  </a:lnTo>
                  <a:cubicBezTo>
                    <a:pt x="3401971" y="6315546"/>
                    <a:pt x="3387505" y="6315198"/>
                    <a:pt x="3373159" y="6315198"/>
                  </a:cubicBezTo>
                  <a:lnTo>
                    <a:pt x="3330127" y="6314735"/>
                  </a:lnTo>
                  <a:lnTo>
                    <a:pt x="3288320" y="6313230"/>
                  </a:lnTo>
                  <a:cubicBezTo>
                    <a:pt x="3176996" y="6309870"/>
                    <a:pt x="3065428" y="6301533"/>
                    <a:pt x="2954350" y="6288098"/>
                  </a:cubicBezTo>
                  <a:cubicBezTo>
                    <a:pt x="2843150" y="6275360"/>
                    <a:pt x="2732194" y="6257061"/>
                    <a:pt x="2622466" y="6232742"/>
                  </a:cubicBezTo>
                  <a:cubicBezTo>
                    <a:pt x="2512859" y="6208190"/>
                    <a:pt x="2404110" y="6179122"/>
                    <a:pt x="2296466" y="6146001"/>
                  </a:cubicBezTo>
                  <a:cubicBezTo>
                    <a:pt x="2081544" y="6079179"/>
                    <a:pt x="1869073" y="5996027"/>
                    <a:pt x="1672419" y="5885197"/>
                  </a:cubicBezTo>
                  <a:cubicBezTo>
                    <a:pt x="1475643" y="5774599"/>
                    <a:pt x="1299954" y="5634353"/>
                    <a:pt x="1146578" y="5479168"/>
                  </a:cubicBezTo>
                  <a:cubicBezTo>
                    <a:pt x="1069461" y="5401692"/>
                    <a:pt x="999333" y="5319235"/>
                    <a:pt x="933372" y="5234810"/>
                  </a:cubicBezTo>
                  <a:cubicBezTo>
                    <a:pt x="867781" y="5150038"/>
                    <a:pt x="805375" y="5063991"/>
                    <a:pt x="747140" y="4976091"/>
                  </a:cubicBezTo>
                  <a:cubicBezTo>
                    <a:pt x="732182" y="4954319"/>
                    <a:pt x="718082" y="4932199"/>
                    <a:pt x="703616" y="4910196"/>
                  </a:cubicBezTo>
                  <a:lnTo>
                    <a:pt x="662053" y="4846269"/>
                  </a:lnTo>
                  <a:cubicBezTo>
                    <a:pt x="635449" y="4804925"/>
                    <a:pt x="607864" y="4763928"/>
                    <a:pt x="580033" y="4722352"/>
                  </a:cubicBezTo>
                  <a:lnTo>
                    <a:pt x="410105" y="4469193"/>
                  </a:lnTo>
                  <a:cubicBezTo>
                    <a:pt x="353095" y="4382915"/>
                    <a:pt x="296820" y="4294089"/>
                    <a:pt x="244224" y="4201556"/>
                  </a:cubicBezTo>
                  <a:cubicBezTo>
                    <a:pt x="217987" y="4155232"/>
                    <a:pt x="192609" y="4108098"/>
                    <a:pt x="169437" y="4059690"/>
                  </a:cubicBezTo>
                  <a:cubicBezTo>
                    <a:pt x="146388" y="4011165"/>
                    <a:pt x="124932" y="3961715"/>
                    <a:pt x="105929" y="3911221"/>
                  </a:cubicBezTo>
                  <a:cubicBezTo>
                    <a:pt x="87293" y="3860613"/>
                    <a:pt x="70742" y="3809309"/>
                    <a:pt x="57256" y="3757195"/>
                  </a:cubicBezTo>
                  <a:cubicBezTo>
                    <a:pt x="50881" y="3731138"/>
                    <a:pt x="44383" y="3704965"/>
                    <a:pt x="39111" y="3678677"/>
                  </a:cubicBezTo>
                  <a:lnTo>
                    <a:pt x="31142" y="3639300"/>
                  </a:lnTo>
                  <a:lnTo>
                    <a:pt x="24521" y="3599809"/>
                  </a:lnTo>
                  <a:cubicBezTo>
                    <a:pt x="7234" y="3494423"/>
                    <a:pt x="0" y="3388457"/>
                    <a:pt x="0" y="3283418"/>
                  </a:cubicBezTo>
                  <a:cubicBezTo>
                    <a:pt x="491" y="3076698"/>
                    <a:pt x="23418" y="2869978"/>
                    <a:pt x="68045" y="2666963"/>
                  </a:cubicBezTo>
                  <a:cubicBezTo>
                    <a:pt x="112550" y="2464064"/>
                    <a:pt x="180717" y="2265104"/>
                    <a:pt x="272546" y="2076334"/>
                  </a:cubicBezTo>
                  <a:cubicBezTo>
                    <a:pt x="457062" y="1698794"/>
                    <a:pt x="724457" y="1360978"/>
                    <a:pt x="1039300" y="1073307"/>
                  </a:cubicBezTo>
                  <a:cubicBezTo>
                    <a:pt x="1197090" y="929472"/>
                    <a:pt x="1367630" y="798259"/>
                    <a:pt x="1547733" y="680365"/>
                  </a:cubicBezTo>
                  <a:cubicBezTo>
                    <a:pt x="1728081" y="562587"/>
                    <a:pt x="1917870" y="457663"/>
                    <a:pt x="2115995" y="368373"/>
                  </a:cubicBezTo>
                  <a:cubicBezTo>
                    <a:pt x="2512737" y="191070"/>
                    <a:pt x="2939883" y="73870"/>
                    <a:pt x="3377451" y="24304"/>
                  </a:cubicBezTo>
                  <a:cubicBezTo>
                    <a:pt x="3486812" y="12086"/>
                    <a:pt x="3596971" y="4500"/>
                    <a:pt x="3707237" y="148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EC18CE1F-9DF1-47AF-9E66-6CE348AC2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464911 h 6229400"/>
                <a:gd name="connsiteX4" fmla="*/ 5660063 w 5769111"/>
                <a:gd name="connsiteY4" fmla="*/ 1328105 h 6229400"/>
                <a:gd name="connsiteX5" fmla="*/ 4910471 w 5769111"/>
                <a:gd name="connsiteY5" fmla="*/ 781599 h 6229400"/>
                <a:gd name="connsiteX6" fmla="*/ 3882695 w 5769111"/>
                <a:gd name="connsiteY6" fmla="*/ 579048 h 6229400"/>
                <a:gd name="connsiteX7" fmla="*/ 2683153 w 5769111"/>
                <a:gd name="connsiteY7" fmla="*/ 797003 h 6229400"/>
                <a:gd name="connsiteX8" fmla="*/ 1617493 w 5769111"/>
                <a:gd name="connsiteY8" fmla="*/ 1395738 h 6229400"/>
                <a:gd name="connsiteX9" fmla="*/ 880408 w 5769111"/>
                <a:gd name="connsiteY9" fmla="*/ 2259099 h 6229400"/>
                <a:gd name="connsiteX10" fmla="*/ 613135 w 5769111"/>
                <a:gd name="connsiteY10" fmla="*/ 3263863 h 6229400"/>
                <a:gd name="connsiteX11" fmla="*/ 1055484 w 5769111"/>
                <a:gd name="connsiteY11" fmla="*/ 4196825 h 6229400"/>
                <a:gd name="connsiteX12" fmla="*/ 1278376 w 5769111"/>
                <a:gd name="connsiteY12" fmla="*/ 4492950 h 6229400"/>
                <a:gd name="connsiteX13" fmla="*/ 3369851 w 5769111"/>
                <a:gd name="connsiteY13" fmla="*/ 5650468 h 6229400"/>
                <a:gd name="connsiteX14" fmla="*/ 4957551 w 5769111"/>
                <a:gd name="connsiteY14" fmla="*/ 4938355 h 6229400"/>
                <a:gd name="connsiteX15" fmla="*/ 5150773 w 5769111"/>
                <a:gd name="connsiteY15" fmla="*/ 4796950 h 6229400"/>
                <a:gd name="connsiteX16" fmla="*/ 5747247 w 5769111"/>
                <a:gd name="connsiteY16" fmla="*/ 4338176 h 6229400"/>
                <a:gd name="connsiteX17" fmla="*/ 5769111 w 5769111"/>
                <a:gd name="connsiteY17" fmla="*/ 4318497 h 6229400"/>
                <a:gd name="connsiteX18" fmla="*/ 5769111 w 5769111"/>
                <a:gd name="connsiteY18" fmla="*/ 5074612 h 6229400"/>
                <a:gd name="connsiteX19" fmla="*/ 5636252 w 5769111"/>
                <a:gd name="connsiteY19" fmla="*/ 5174208 h 6229400"/>
                <a:gd name="connsiteX20" fmla="*/ 5334922 w 5769111"/>
                <a:gd name="connsiteY20" fmla="*/ 5394528 h 6229400"/>
                <a:gd name="connsiteX21" fmla="*/ 3369727 w 5769111"/>
                <a:gd name="connsiteY21" fmla="*/ 6229400 h 6229400"/>
                <a:gd name="connsiteX22" fmla="*/ 771046 w 5769111"/>
                <a:gd name="connsiteY22" fmla="*/ 4817913 h 6229400"/>
                <a:gd name="connsiteX23" fmla="*/ 0 w 5769111"/>
                <a:gd name="connsiteY23" fmla="*/ 3263748 h 6229400"/>
                <a:gd name="connsiteX24" fmla="*/ 3882695 w 5769111"/>
                <a:gd name="connsiteY24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464911"/>
                  </a:lnTo>
                  <a:lnTo>
                    <a:pt x="5660063" y="1328105"/>
                  </a:lnTo>
                  <a:cubicBezTo>
                    <a:pt x="5449800" y="1091506"/>
                    <a:pt x="5197607" y="907600"/>
                    <a:pt x="4910471" y="781599"/>
                  </a:cubicBezTo>
                  <a:cubicBezTo>
                    <a:pt x="4604088" y="647260"/>
                    <a:pt x="4258349" y="579048"/>
                    <a:pt x="3882695" y="579048"/>
                  </a:cubicBezTo>
                  <a:cubicBezTo>
                    <a:pt x="3484238" y="579048"/>
                    <a:pt x="3080631" y="652240"/>
                    <a:pt x="2683153" y="797003"/>
                  </a:cubicBezTo>
                  <a:cubicBezTo>
                    <a:pt x="2296098" y="937595"/>
                    <a:pt x="1927678" y="1144662"/>
                    <a:pt x="1617493" y="1395738"/>
                  </a:cubicBezTo>
                  <a:cubicBezTo>
                    <a:pt x="1301915" y="1651098"/>
                    <a:pt x="1053890" y="1941665"/>
                    <a:pt x="880408" y="2259099"/>
                  </a:cubicBezTo>
                  <a:cubicBezTo>
                    <a:pt x="703125" y="2583597"/>
                    <a:pt x="613135" y="2921645"/>
                    <a:pt x="613135" y="3263863"/>
                  </a:cubicBezTo>
                  <a:cubicBezTo>
                    <a:pt x="613135" y="3608512"/>
                    <a:pt x="756702" y="3809789"/>
                    <a:pt x="1055484" y="4196825"/>
                  </a:cubicBezTo>
                  <a:cubicBezTo>
                    <a:pt x="1127574" y="4290167"/>
                    <a:pt x="1202116" y="4386753"/>
                    <a:pt x="1278376" y="4492950"/>
                  </a:cubicBezTo>
                  <a:cubicBezTo>
                    <a:pt x="1861105" y="5304313"/>
                    <a:pt x="2486623" y="5650468"/>
                    <a:pt x="3369851" y="5650468"/>
                  </a:cubicBezTo>
                  <a:cubicBezTo>
                    <a:pt x="3949515" y="5650468"/>
                    <a:pt x="4374822" y="5368471"/>
                    <a:pt x="4957551" y="4938355"/>
                  </a:cubicBezTo>
                  <a:cubicBezTo>
                    <a:pt x="5022653" y="4890293"/>
                    <a:pt x="5087755" y="4842811"/>
                    <a:pt x="5150773" y="4796950"/>
                  </a:cubicBezTo>
                  <a:cubicBezTo>
                    <a:pt x="5364254" y="4641404"/>
                    <a:pt x="5570313" y="4491241"/>
                    <a:pt x="5747247" y="4338176"/>
                  </a:cubicBezTo>
                  <a:lnTo>
                    <a:pt x="5769111" y="4318497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5BD26A8C-8D1D-41E6-A71E-FE9AC75F3F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675390 h 6229400"/>
                <a:gd name="connsiteX4" fmla="*/ 5711488 w 5769111"/>
                <a:gd name="connsiteY4" fmla="*/ 1585205 h 6229400"/>
                <a:gd name="connsiteX5" fmla="*/ 5566027 w 5769111"/>
                <a:gd name="connsiteY5" fmla="*/ 1402571 h 6229400"/>
                <a:gd name="connsiteX6" fmla="*/ 4858734 w 5769111"/>
                <a:gd name="connsiteY6" fmla="*/ 886639 h 6229400"/>
                <a:gd name="connsiteX7" fmla="*/ 3882695 w 5769111"/>
                <a:gd name="connsiteY7" fmla="*/ 694858 h 6229400"/>
                <a:gd name="connsiteX8" fmla="*/ 2727046 w 5769111"/>
                <a:gd name="connsiteY8" fmla="*/ 905053 h 6229400"/>
                <a:gd name="connsiteX9" fmla="*/ 1697186 w 5769111"/>
                <a:gd name="connsiteY9" fmla="*/ 1483638 h 6229400"/>
                <a:gd name="connsiteX10" fmla="*/ 989279 w 5769111"/>
                <a:gd name="connsiteY10" fmla="*/ 2312139 h 6229400"/>
                <a:gd name="connsiteX11" fmla="*/ 735615 w 5769111"/>
                <a:gd name="connsiteY11" fmla="*/ 3263863 h 6229400"/>
                <a:gd name="connsiteX12" fmla="*/ 1154424 w 5769111"/>
                <a:gd name="connsiteY12" fmla="*/ 4128614 h 6229400"/>
                <a:gd name="connsiteX13" fmla="*/ 1379768 w 5769111"/>
                <a:gd name="connsiteY13" fmla="*/ 4427981 h 6229400"/>
                <a:gd name="connsiteX14" fmla="*/ 2239456 w 5769111"/>
                <a:gd name="connsiteY14" fmla="*/ 5256947 h 6229400"/>
                <a:gd name="connsiteX15" fmla="*/ 3369727 w 5769111"/>
                <a:gd name="connsiteY15" fmla="*/ 5534658 h 6229400"/>
                <a:gd name="connsiteX16" fmla="*/ 4096760 w 5769111"/>
                <a:gd name="connsiteY16" fmla="*/ 5357817 h 6229400"/>
                <a:gd name="connsiteX17" fmla="*/ 4881905 w 5769111"/>
                <a:gd name="connsiteY17" fmla="*/ 4847212 h 6229400"/>
                <a:gd name="connsiteX18" fmla="*/ 5075739 w 5769111"/>
                <a:gd name="connsiteY18" fmla="*/ 4705346 h 6229400"/>
                <a:gd name="connsiteX19" fmla="*/ 5759930 w 5769111"/>
                <a:gd name="connsiteY19" fmla="*/ 4166809 h 6229400"/>
                <a:gd name="connsiteX20" fmla="*/ 5769111 w 5769111"/>
                <a:gd name="connsiteY20" fmla="*/ 4157764 h 6229400"/>
                <a:gd name="connsiteX21" fmla="*/ 5769111 w 5769111"/>
                <a:gd name="connsiteY21" fmla="*/ 5074612 h 6229400"/>
                <a:gd name="connsiteX22" fmla="*/ 5636252 w 5769111"/>
                <a:gd name="connsiteY22" fmla="*/ 5174208 h 6229400"/>
                <a:gd name="connsiteX23" fmla="*/ 5334922 w 5769111"/>
                <a:gd name="connsiteY23" fmla="*/ 5394528 h 6229400"/>
                <a:gd name="connsiteX24" fmla="*/ 3369727 w 5769111"/>
                <a:gd name="connsiteY24" fmla="*/ 6229400 h 6229400"/>
                <a:gd name="connsiteX25" fmla="*/ 771046 w 5769111"/>
                <a:gd name="connsiteY25" fmla="*/ 4817913 h 6229400"/>
                <a:gd name="connsiteX26" fmla="*/ 0 w 5769111"/>
                <a:gd name="connsiteY26" fmla="*/ 3263748 h 6229400"/>
                <a:gd name="connsiteX27" fmla="*/ 3882695 w 5769111"/>
                <a:gd name="connsiteY27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675390"/>
                  </a:lnTo>
                  <a:lnTo>
                    <a:pt x="5711488" y="1585205"/>
                  </a:lnTo>
                  <a:cubicBezTo>
                    <a:pt x="5665942" y="1521390"/>
                    <a:pt x="5617428" y="1460432"/>
                    <a:pt x="5566027" y="1402571"/>
                  </a:cubicBezTo>
                  <a:cubicBezTo>
                    <a:pt x="5367411" y="1179058"/>
                    <a:pt x="5129563" y="1005460"/>
                    <a:pt x="4858734" y="886639"/>
                  </a:cubicBezTo>
                  <a:cubicBezTo>
                    <a:pt x="4568779" y="759363"/>
                    <a:pt x="4240327" y="694858"/>
                    <a:pt x="3882695" y="694858"/>
                  </a:cubicBezTo>
                  <a:cubicBezTo>
                    <a:pt x="3504835" y="694858"/>
                    <a:pt x="3105151" y="767471"/>
                    <a:pt x="2727046" y="905053"/>
                  </a:cubicBezTo>
                  <a:cubicBezTo>
                    <a:pt x="2352985" y="1041013"/>
                    <a:pt x="1996826" y="1241132"/>
                    <a:pt x="1697186" y="1483638"/>
                  </a:cubicBezTo>
                  <a:cubicBezTo>
                    <a:pt x="1397913" y="1725796"/>
                    <a:pt x="1153199" y="2012308"/>
                    <a:pt x="989279" y="2312139"/>
                  </a:cubicBezTo>
                  <a:cubicBezTo>
                    <a:pt x="820946" y="2620077"/>
                    <a:pt x="735615" y="2940290"/>
                    <a:pt x="735615" y="3263863"/>
                  </a:cubicBezTo>
                  <a:cubicBezTo>
                    <a:pt x="735615" y="3573074"/>
                    <a:pt x="863980" y="3752464"/>
                    <a:pt x="1154424" y="4128614"/>
                  </a:cubicBezTo>
                  <a:cubicBezTo>
                    <a:pt x="1227127" y="4222767"/>
                    <a:pt x="1302282" y="4320162"/>
                    <a:pt x="1379768" y="4427981"/>
                  </a:cubicBezTo>
                  <a:cubicBezTo>
                    <a:pt x="1653784" y="4809458"/>
                    <a:pt x="1934912" y="5080685"/>
                    <a:pt x="2239456" y="5256947"/>
                  </a:cubicBezTo>
                  <a:cubicBezTo>
                    <a:pt x="2562268" y="5443863"/>
                    <a:pt x="2932037" y="5534658"/>
                    <a:pt x="3369727" y="5534658"/>
                  </a:cubicBezTo>
                  <a:cubicBezTo>
                    <a:pt x="3618120" y="5534658"/>
                    <a:pt x="3849103" y="5478491"/>
                    <a:pt x="4096760" y="5357817"/>
                  </a:cubicBezTo>
                  <a:cubicBezTo>
                    <a:pt x="4351037" y="5233901"/>
                    <a:pt x="4602740" y="5053238"/>
                    <a:pt x="4881905" y="4847212"/>
                  </a:cubicBezTo>
                  <a:cubicBezTo>
                    <a:pt x="4947375" y="4798920"/>
                    <a:pt x="5012599" y="4751322"/>
                    <a:pt x="5075739" y="4705346"/>
                  </a:cubicBezTo>
                  <a:cubicBezTo>
                    <a:pt x="5327320" y="4521990"/>
                    <a:pt x="5568418" y="4346256"/>
                    <a:pt x="5759930" y="4166809"/>
                  </a:cubicBezTo>
                  <a:lnTo>
                    <a:pt x="5769111" y="4157764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Graphic 6" descr="Hierarchy">
            <a:extLst>
              <a:ext uri="{FF2B5EF4-FFF2-40B4-BE49-F238E27FC236}">
                <a16:creationId xmlns:a16="http://schemas.microsoft.com/office/drawing/2014/main" id="{932EFA33-A8C6-1DA8-E368-A457CE3DE5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21726" y="1629089"/>
            <a:ext cx="3620021" cy="362002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1FC39C6-06C8-B0AB-87CB-23BAE1EF2E44}"/>
              </a:ext>
            </a:extLst>
          </p:cNvPr>
          <p:cNvSpPr txBox="1"/>
          <p:nvPr/>
        </p:nvSpPr>
        <p:spPr>
          <a:xfrm>
            <a:off x="805543" y="751115"/>
            <a:ext cx="4572000" cy="5150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vi-VN" sz="3000" b="1" kern="120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NỘI DUNG TRÌNH BÀY</a:t>
            </a:r>
            <a:endParaRPr lang="en-US" sz="3000" b="1" kern="1200">
              <a:solidFill>
                <a:srgbClr val="0070C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4" name="TextBox 2">
            <a:extLst>
              <a:ext uri="{FF2B5EF4-FFF2-40B4-BE49-F238E27FC236}">
                <a16:creationId xmlns:a16="http://schemas.microsoft.com/office/drawing/2014/main" id="{8FFE7FD7-7FB8-37B4-8F7F-1F86ECE2872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76535679"/>
              </p:ext>
            </p:extLst>
          </p:nvPr>
        </p:nvGraphicFramePr>
        <p:xfrm>
          <a:off x="87087" y="1513115"/>
          <a:ext cx="6498771" cy="51721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282656004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extBox 8">
            <a:extLst>
              <a:ext uri="{FF2B5EF4-FFF2-40B4-BE49-F238E27FC236}">
                <a16:creationId xmlns:a16="http://schemas.microsoft.com/office/drawing/2014/main" id="{D545525B-BE08-88ED-A293-4448FB237E0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04508349"/>
              </p:ext>
            </p:extLst>
          </p:nvPr>
        </p:nvGraphicFramePr>
        <p:xfrm>
          <a:off x="685800" y="2137228"/>
          <a:ext cx="10820400" cy="3733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6C45F667-9E53-20E7-D181-D971BCDCFB4B}"/>
              </a:ext>
            </a:extLst>
          </p:cNvPr>
          <p:cNvSpPr txBox="1"/>
          <p:nvPr/>
        </p:nvSpPr>
        <p:spPr>
          <a:xfrm>
            <a:off x="936172" y="500742"/>
            <a:ext cx="9906000" cy="685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2286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vi-VN" sz="3000" b="1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1. </a:t>
            </a:r>
            <a:r>
              <a:rPr lang="en-US" sz="3000" b="1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CẤU TRÚC HỆ THỐNG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A90C84-E662-1D0C-12D6-65681F3F2472}"/>
              </a:ext>
            </a:extLst>
          </p:cNvPr>
          <p:cNvSpPr txBox="1"/>
          <p:nvPr/>
        </p:nvSpPr>
        <p:spPr>
          <a:xfrm>
            <a:off x="1589313" y="1223303"/>
            <a:ext cx="7728857" cy="4385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>
              <a:lnSpc>
                <a:spcPct val="90000"/>
              </a:lnSpc>
              <a:spcAft>
                <a:spcPts val="600"/>
              </a:spcAft>
            </a:pPr>
            <a:r>
              <a:rPr lang="vi-VN" sz="2500" b="1">
                <a:latin typeface="Times New Roman" panose="02020603050405020304" pitchFamily="18" charset="0"/>
                <a:cs typeface="Times New Roman" panose="02020603050405020304" pitchFamily="18" charset="0"/>
              </a:rPr>
              <a:t>Hệ thống gồm 10 bảng dữ liệu chính: </a:t>
            </a:r>
            <a:r>
              <a:rPr lang="vi-VN" sz="2500">
                <a:latin typeface="Times New Roman" panose="02020603050405020304" pitchFamily="18" charset="0"/>
                <a:cs typeface="Times New Roman" panose="02020603050405020304" pitchFamily="18" charset="0"/>
              </a:rPr>
              <a:t>chia làm 3 nhóm</a:t>
            </a:r>
            <a:endParaRPr lang="en-US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2851278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BEB76FA-9B95-82F4-1DDA-C5F2A130DBE5}"/>
              </a:ext>
            </a:extLst>
          </p:cNvPr>
          <p:cNvSpPr txBox="1"/>
          <p:nvPr/>
        </p:nvSpPr>
        <p:spPr>
          <a:xfrm>
            <a:off x="2714625" y="345585"/>
            <a:ext cx="676275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vi-VN" sz="3000" b="1">
                <a:latin typeface="Times New Roman" panose="02020603050405020304" pitchFamily="18" charset="0"/>
                <a:cs typeface="Times New Roman" panose="02020603050405020304" pitchFamily="18" charset="0"/>
              </a:rPr>
              <a:t>2. PHÂN QUYỀN (MỨC ỨNG DỤNG)</a:t>
            </a:r>
            <a:endParaRPr lang="en-US" sz="3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35BADB-5AA1-B3B7-0770-268891E3528E}"/>
              </a:ext>
            </a:extLst>
          </p:cNvPr>
          <p:cNvSpPr txBox="1"/>
          <p:nvPr/>
        </p:nvSpPr>
        <p:spPr>
          <a:xfrm>
            <a:off x="312965" y="1342950"/>
            <a:ext cx="5159828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vi-V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Cơ chế xác thực: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vi-VN" sz="2000">
                <a:latin typeface="Times New Roman" panose="02020603050405020304" pitchFamily="18" charset="0"/>
                <a:cs typeface="Times New Roman" panose="02020603050405020304" pitchFamily="18" charset="0"/>
              </a:rPr>
              <a:t>Dựa trên bảng </a:t>
            </a:r>
            <a:r>
              <a:rPr lang="vi-VN" sz="20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TAI_KHOAN </a:t>
            </a:r>
            <a:r>
              <a:rPr lang="vi-VN" sz="2000">
                <a:latin typeface="Times New Roman" panose="02020603050405020304" pitchFamily="18" charset="0"/>
                <a:cs typeface="Times New Roman" panose="02020603050405020304" pitchFamily="18" charset="0"/>
              </a:rPr>
              <a:t>với cột </a:t>
            </a:r>
            <a:r>
              <a:rPr lang="vi-VN" sz="20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Quyen</a:t>
            </a:r>
            <a:r>
              <a:rPr lang="vi-V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000">
                <a:latin typeface="Times New Roman" panose="02020603050405020304" pitchFamily="18" charset="0"/>
                <a:cs typeface="Times New Roman" panose="02020603050405020304" pitchFamily="18" charset="0"/>
              </a:rPr>
              <a:t>quy định vai trò.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vi-VN" sz="2000">
                <a:latin typeface="Times New Roman" panose="02020603050405020304" pitchFamily="18" charset="0"/>
                <a:cs typeface="Times New Roman" panose="02020603050405020304" pitchFamily="18" charset="0"/>
              </a:rPr>
              <a:t>Sử dụng </a:t>
            </a:r>
            <a:r>
              <a:rPr lang="vi-VN" sz="20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 CONSTRAINT </a:t>
            </a:r>
            <a:r>
              <a:rPr lang="vi-VN" sz="2000">
                <a:latin typeface="Times New Roman" panose="02020603050405020304" pitchFamily="18" charset="0"/>
                <a:cs typeface="Times New Roman" panose="02020603050405020304" pitchFamily="18" charset="0"/>
              </a:rPr>
              <a:t>để ràng buộc chặt chẽ dữ liệu đầu vào.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9BA4B6-F9D2-6D23-3D14-F85D66E6A07A}"/>
              </a:ext>
            </a:extLst>
          </p:cNvPr>
          <p:cNvSpPr txBox="1"/>
          <p:nvPr/>
        </p:nvSpPr>
        <p:spPr>
          <a:xfrm>
            <a:off x="312965" y="3306902"/>
            <a:ext cx="5159828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vi-V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Phân quyền: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vi-VN" sz="2000">
                <a:latin typeface="Times New Roman" panose="02020603050405020304" pitchFamily="18" charset="0"/>
                <a:cs typeface="Times New Roman" panose="02020603050405020304" pitchFamily="18" charset="0"/>
              </a:rPr>
              <a:t>Vai trò </a:t>
            </a:r>
            <a:r>
              <a:rPr lang="vi-V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Quản lý</a:t>
            </a:r>
            <a:r>
              <a:rPr lang="vi-VN" sz="200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vi-VN" sz="20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Admin</a:t>
            </a:r>
            <a:r>
              <a:rPr lang="vi-VN" sz="20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vi-VN" sz="2000">
                <a:latin typeface="Times New Roman" panose="02020603050405020304" pitchFamily="18" charset="0"/>
                <a:cs typeface="Times New Roman" panose="02020603050405020304" pitchFamily="18" charset="0"/>
              </a:rPr>
              <a:t>Nắm toàn quyền hệ thống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vi-VN" sz="2000">
                <a:latin typeface="Times New Roman" panose="02020603050405020304" pitchFamily="18" charset="0"/>
                <a:cs typeface="Times New Roman" panose="02020603050405020304" pitchFamily="18" charset="0"/>
              </a:rPr>
              <a:t>Kiểm soát rủi ro: Xem báo cáo doanh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thu, </a:t>
            </a:r>
            <a:r>
              <a:rPr lang="vi-VN" sz="2000">
                <a:latin typeface="Times New Roman" panose="02020603050405020304" pitchFamily="18" charset="0"/>
                <a:cs typeface="Times New Roman" panose="02020603050405020304" pitchFamily="18" charset="0"/>
              </a:rPr>
              <a:t>duyệt hủy hóa đơn.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vi-VN" sz="2000">
                <a:latin typeface="Times New Roman" panose="02020603050405020304" pitchFamily="18" charset="0"/>
                <a:cs typeface="Times New Roman" panose="02020603050405020304" pitchFamily="18" charset="0"/>
              </a:rPr>
              <a:t>Vai trò </a:t>
            </a:r>
            <a:r>
              <a:rPr lang="vi-V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Nhân viên </a:t>
            </a:r>
            <a:r>
              <a:rPr lang="vi-VN" sz="20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vi-VN" sz="20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NhanVien</a:t>
            </a:r>
            <a:r>
              <a:rPr lang="vi-VN" sz="20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vi-VN" sz="2000">
                <a:latin typeface="Times New Roman" panose="02020603050405020304" pitchFamily="18" charset="0"/>
                <a:cs typeface="Times New Roman" panose="02020603050405020304" pitchFamily="18" charset="0"/>
              </a:rPr>
              <a:t>Tác nghiệp: Tra cứu thông tin, lập hóa đơn mới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vi-VN" sz="2000">
                <a:latin typeface="Times New Roman" panose="02020603050405020304" pitchFamily="18" charset="0"/>
                <a:cs typeface="Times New Roman" panose="02020603050405020304" pitchFamily="18" charset="0"/>
              </a:rPr>
              <a:t>Giới hạn: Tuyệt đối không sửa, xóa hóa đơn đã thanh toán.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99B8014-06E5-2809-9895-AC78D58A49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5644" y="2016603"/>
            <a:ext cx="6676356" cy="3860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466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3A731-5B59-1599-D06E-60CBB3919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2C35E41-C4E5-61FA-84A2-7C6270CEEF4B}"/>
              </a:ext>
            </a:extLst>
          </p:cNvPr>
          <p:cNvSpPr txBox="1"/>
          <p:nvPr/>
        </p:nvSpPr>
        <p:spPr>
          <a:xfrm>
            <a:off x="2356757" y="410968"/>
            <a:ext cx="747848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vi-VN" sz="3000" b="1">
                <a:latin typeface="Times New Roman" panose="02020603050405020304" pitchFamily="18" charset="0"/>
                <a:cs typeface="Times New Roman" panose="02020603050405020304" pitchFamily="18" charset="0"/>
              </a:rPr>
              <a:t>2. PHÂN QUYỀN (MỨC CƠ SỞ DỮ LIỆU)</a:t>
            </a:r>
            <a:endParaRPr lang="en-US" sz="3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581A4F-41FA-F207-57F5-6BCFE65B4B25}"/>
              </a:ext>
            </a:extLst>
          </p:cNvPr>
          <p:cNvSpPr txBox="1"/>
          <p:nvPr/>
        </p:nvSpPr>
        <p:spPr>
          <a:xfrm>
            <a:off x="866045" y="1461052"/>
            <a:ext cx="5159828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vi-V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Phân quyền: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vi-VN" sz="2000">
                <a:latin typeface="Times New Roman" panose="02020603050405020304" pitchFamily="18" charset="0"/>
                <a:cs typeface="Times New Roman" panose="02020603050405020304" pitchFamily="18" charset="0"/>
              </a:rPr>
              <a:t>Vai trò </a:t>
            </a:r>
            <a:r>
              <a:rPr lang="vi-V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Quản lý</a:t>
            </a:r>
            <a:r>
              <a:rPr lang="vi-VN" sz="200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vi-VN" sz="20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NhomQuanLy</a:t>
            </a:r>
            <a:r>
              <a:rPr lang="vi-VN" sz="20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vi-VN" sz="2000">
                <a:latin typeface="Times New Roman" panose="02020603050405020304" pitchFamily="18" charset="0"/>
                <a:cs typeface="Times New Roman" panose="02020603050405020304" pitchFamily="18" charset="0"/>
              </a:rPr>
              <a:t>Cấp quyền CONTROL (toàn quyền kiểm soát DB)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vi-VN" sz="2000">
                <a:latin typeface="Times New Roman" panose="02020603050405020304" pitchFamily="18" charset="0"/>
                <a:cs typeface="Times New Roman" panose="02020603050405020304" pitchFamily="18" charset="0"/>
              </a:rPr>
              <a:t>Được phép: Truy cập và thao tác mọi dữ liệu (Select, Insert, Update, Delete) trên toàn hệ thống.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vi-VN" sz="2000">
                <a:latin typeface="Times New Roman" panose="02020603050405020304" pitchFamily="18" charset="0"/>
                <a:cs typeface="Times New Roman" panose="02020603050405020304" pitchFamily="18" charset="0"/>
              </a:rPr>
              <a:t>Vai trò </a:t>
            </a:r>
            <a:r>
              <a:rPr lang="vi-V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Nhân viên </a:t>
            </a:r>
            <a:r>
              <a:rPr lang="vi-VN" sz="20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vi-VN" sz="20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NhomNhanVien</a:t>
            </a:r>
            <a:r>
              <a:rPr lang="vi-VN" sz="20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vi-VN" sz="2000">
                <a:latin typeface="Times New Roman" panose="02020603050405020304" pitchFamily="18" charset="0"/>
                <a:cs typeface="Times New Roman" panose="02020603050405020304" pitchFamily="18" charset="0"/>
              </a:rPr>
              <a:t>Quyền hạn: Giới hạn chặt chẽ theo nghiệp vụ bán hàng.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vi-VN" sz="2000">
                <a:latin typeface="Times New Roman" panose="02020603050405020304" pitchFamily="18" charset="0"/>
                <a:cs typeface="Times New Roman" panose="02020603050405020304" pitchFamily="18" charset="0"/>
              </a:rPr>
              <a:t>Quyền xem (SELECT): Chỉ tra cứu Danh mục hàng, Giá, Khuyến mãi, Tồn kho.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vi-VN" sz="2000">
                <a:latin typeface="Times New Roman" panose="02020603050405020304" pitchFamily="18" charset="0"/>
                <a:cs typeface="Times New Roman" panose="02020603050405020304" pitchFamily="18" charset="0"/>
              </a:rPr>
              <a:t>Quyền tác vụ (INSERT): Chỉ được phép lập Hóa đơn và Chi tiết hóa đơn mới.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1BDFD4-D0A1-F763-1E74-F61549870B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939457"/>
            <a:ext cx="5229955" cy="3458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124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5EDAEBC-CBEF-EE2B-5796-719C92B379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83655"/>
            <a:ext cx="12192000" cy="492206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7F510E4-77F0-2080-72B3-2C32C26AEBA9}"/>
              </a:ext>
            </a:extLst>
          </p:cNvPr>
          <p:cNvSpPr txBox="1"/>
          <p:nvPr/>
        </p:nvSpPr>
        <p:spPr>
          <a:xfrm>
            <a:off x="4229099" y="476537"/>
            <a:ext cx="3733801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>
              <a:lnSpc>
                <a:spcPct val="90000"/>
              </a:lnSpc>
              <a:spcAft>
                <a:spcPts val="600"/>
              </a:spcAft>
            </a:pPr>
            <a:r>
              <a:rPr lang="vi-VN" sz="3000" b="1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3000" b="1">
                <a:latin typeface="Times New Roman" panose="02020603050405020304" pitchFamily="18" charset="0"/>
                <a:cs typeface="Times New Roman" panose="02020603050405020304" pitchFamily="18" charset="0"/>
              </a:rPr>
              <a:t>MÔ HÌNH ERD</a:t>
            </a:r>
          </a:p>
        </p:txBody>
      </p:sp>
    </p:spTree>
    <p:extLst>
      <p:ext uri="{BB962C8B-B14F-4D97-AF65-F5344CB8AC3E}">
        <p14:creationId xmlns:p14="http://schemas.microsoft.com/office/powerpoint/2010/main" val="2091404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18AC8E79-ECD6-4F34-BE5A-9F5E850E85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D2BE1BB-2AB2-4D7E-9E27-8D245181B5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22A1615C-2156-4B15-BF3E-39794B379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97691"/>
            <a:ext cx="5378624" cy="6402614"/>
            <a:chOff x="-19221" y="197691"/>
            <a:chExt cx="5378624" cy="6402614"/>
          </a:xfrm>
        </p:grpSpPr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D0AAA4B8-4E08-4663-9835-BA403F0061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CB4869D1-3E13-4881-A292-2F38ECC07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3FEDB7CE-BB3D-4A0D-A73F-3117044F32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A6E0C6E1-7FBF-471E-849C-A54AF1D41F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B2BFAA38-D910-41AD-BBED-0608E4AE71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97691"/>
              <a:ext cx="5378623" cy="6402614"/>
            </a:xfrm>
            <a:custGeom>
              <a:avLst/>
              <a:gdLst>
                <a:gd name="connsiteX0" fmla="*/ 2220349 w 5378623"/>
                <a:gd name="connsiteY0" fmla="*/ 67 h 6402614"/>
                <a:gd name="connsiteX1" fmla="*/ 3018161 w 5378623"/>
                <a:gd name="connsiteY1" fmla="*/ 108191 h 6402614"/>
                <a:gd name="connsiteX2" fmla="*/ 5265831 w 5378623"/>
                <a:gd name="connsiteY2" fmla="*/ 4066338 h 6402614"/>
                <a:gd name="connsiteX3" fmla="*/ 2912752 w 5378623"/>
                <a:gd name="connsiteY3" fmla="*/ 6386691 h 6402614"/>
                <a:gd name="connsiteX4" fmla="*/ 2840648 w 5378623"/>
                <a:gd name="connsiteY4" fmla="*/ 6402614 h 6402614"/>
                <a:gd name="connsiteX5" fmla="*/ 1474249 w 5378623"/>
                <a:gd name="connsiteY5" fmla="*/ 6402614 h 6402614"/>
                <a:gd name="connsiteX6" fmla="*/ 1340218 w 5378623"/>
                <a:gd name="connsiteY6" fmla="*/ 6370360 h 6402614"/>
                <a:gd name="connsiteX7" fmla="*/ 204687 w 5378623"/>
                <a:gd name="connsiteY7" fmla="*/ 5802379 h 6402614"/>
                <a:gd name="connsiteX8" fmla="*/ 0 w 5378623"/>
                <a:gd name="connsiteY8" fmla="*/ 5624181 h 6402614"/>
                <a:gd name="connsiteX9" fmla="*/ 0 w 5378623"/>
                <a:gd name="connsiteY9" fmla="*/ 5197118 h 6402614"/>
                <a:gd name="connsiteX10" fmla="*/ 120950 w 5378623"/>
                <a:gd name="connsiteY10" fmla="*/ 5327736 h 6402614"/>
                <a:gd name="connsiteX11" fmla="*/ 553277 w 5378623"/>
                <a:gd name="connsiteY11" fmla="*/ 5674143 h 6402614"/>
                <a:gd name="connsiteX12" fmla="*/ 1048951 w 5378623"/>
                <a:gd name="connsiteY12" fmla="*/ 5913372 h 6402614"/>
                <a:gd name="connsiteX13" fmla="*/ 1114406 w 5378623"/>
                <a:gd name="connsiteY13" fmla="*/ 5935664 h 6402614"/>
                <a:gd name="connsiteX14" fmla="*/ 1180375 w 5378623"/>
                <a:gd name="connsiteY14" fmla="*/ 5956470 h 6402614"/>
                <a:gd name="connsiteX15" fmla="*/ 1247107 w 5378623"/>
                <a:gd name="connsiteY15" fmla="*/ 5975278 h 6402614"/>
                <a:gd name="connsiteX16" fmla="*/ 1313053 w 5378623"/>
                <a:gd name="connsiteY16" fmla="*/ 5991905 h 6402614"/>
                <a:gd name="connsiteX17" fmla="*/ 1578771 w 5378623"/>
                <a:gd name="connsiteY17" fmla="*/ 6035400 h 6402614"/>
                <a:gd name="connsiteX18" fmla="*/ 2116969 w 5378623"/>
                <a:gd name="connsiteY18" fmla="*/ 6005033 h 6402614"/>
                <a:gd name="connsiteX19" fmla="*/ 2648341 w 5378623"/>
                <a:gd name="connsiteY19" fmla="*/ 5837212 h 6402614"/>
                <a:gd name="connsiteX20" fmla="*/ 3166862 w 5378623"/>
                <a:gd name="connsiteY20" fmla="*/ 5582136 h 6402614"/>
                <a:gd name="connsiteX21" fmla="*/ 3295551 w 5378623"/>
                <a:gd name="connsiteY21" fmla="*/ 5510900 h 6402614"/>
                <a:gd name="connsiteX22" fmla="*/ 3426292 w 5378623"/>
                <a:gd name="connsiteY22" fmla="*/ 5437546 h 6402614"/>
                <a:gd name="connsiteX23" fmla="*/ 3693498 w 5378623"/>
                <a:gd name="connsiteY23" fmla="*/ 5296779 h 6402614"/>
                <a:gd name="connsiteX24" fmla="*/ 3957511 w 5378623"/>
                <a:gd name="connsiteY24" fmla="*/ 5162806 h 6402614"/>
                <a:gd name="connsiteX25" fmla="*/ 4212170 w 5378623"/>
                <a:gd name="connsiteY25" fmla="*/ 5024936 h 6402614"/>
                <a:gd name="connsiteX26" fmla="*/ 4449651 w 5378623"/>
                <a:gd name="connsiteY26" fmla="*/ 4870986 h 6402614"/>
                <a:gd name="connsiteX27" fmla="*/ 4659728 w 5378623"/>
                <a:gd name="connsiteY27" fmla="*/ 4689640 h 6402614"/>
                <a:gd name="connsiteX28" fmla="*/ 4830457 w 5378623"/>
                <a:gd name="connsiteY28" fmla="*/ 4472596 h 6402614"/>
                <a:gd name="connsiteX29" fmla="*/ 4955705 w 5378623"/>
                <a:gd name="connsiteY29" fmla="*/ 4222268 h 6402614"/>
                <a:gd name="connsiteX30" fmla="*/ 4968352 w 5378623"/>
                <a:gd name="connsiteY30" fmla="*/ 4189141 h 6402614"/>
                <a:gd name="connsiteX31" fmla="*/ 4979564 w 5378623"/>
                <a:gd name="connsiteY31" fmla="*/ 4155400 h 6402614"/>
                <a:gd name="connsiteX32" fmla="*/ 4990913 w 5378623"/>
                <a:gd name="connsiteY32" fmla="*/ 4121577 h 6402614"/>
                <a:gd name="connsiteX33" fmla="*/ 5000865 w 5378623"/>
                <a:gd name="connsiteY33" fmla="*/ 4086570 h 6402614"/>
                <a:gd name="connsiteX34" fmla="*/ 5020612 w 5378623"/>
                <a:gd name="connsiteY34" fmla="*/ 4016281 h 6402614"/>
                <a:gd name="connsiteX35" fmla="*/ 5030486 w 5378623"/>
                <a:gd name="connsiteY35" fmla="*/ 3981137 h 6402614"/>
                <a:gd name="connsiteX36" fmla="*/ 5035423 w 5378623"/>
                <a:gd name="connsiteY36" fmla="*/ 3963565 h 6402614"/>
                <a:gd name="connsiteX37" fmla="*/ 5039507 w 5378623"/>
                <a:gd name="connsiteY37" fmla="*/ 3945765 h 6402614"/>
                <a:gd name="connsiteX38" fmla="*/ 5071597 w 5378623"/>
                <a:gd name="connsiteY38" fmla="*/ 3802972 h 6402614"/>
                <a:gd name="connsiteX39" fmla="*/ 5096108 w 5378623"/>
                <a:gd name="connsiteY39" fmla="*/ 3658610 h 6402614"/>
                <a:gd name="connsiteX40" fmla="*/ 5113299 w 5378623"/>
                <a:gd name="connsiteY40" fmla="*/ 3512985 h 6402614"/>
                <a:gd name="connsiteX41" fmla="*/ 5115328 w 5378623"/>
                <a:gd name="connsiteY41" fmla="*/ 3494749 h 6402614"/>
                <a:gd name="connsiteX42" fmla="*/ 5116446 w 5378623"/>
                <a:gd name="connsiteY42" fmla="*/ 3476502 h 6402614"/>
                <a:gd name="connsiteX43" fmla="*/ 5118711 w 5378623"/>
                <a:gd name="connsiteY43" fmla="*/ 3439898 h 6402614"/>
                <a:gd name="connsiteX44" fmla="*/ 5123270 w 5378623"/>
                <a:gd name="connsiteY44" fmla="*/ 3366583 h 6402614"/>
                <a:gd name="connsiteX45" fmla="*/ 5121172 w 5378623"/>
                <a:gd name="connsiteY45" fmla="*/ 3072860 h 6402614"/>
                <a:gd name="connsiteX46" fmla="*/ 5119473 w 5378623"/>
                <a:gd name="connsiteY46" fmla="*/ 3036121 h 6402614"/>
                <a:gd name="connsiteX47" fmla="*/ 5116244 w 5378623"/>
                <a:gd name="connsiteY47" fmla="*/ 2999552 h 6402614"/>
                <a:gd name="connsiteX48" fmla="*/ 5109221 w 5378623"/>
                <a:gd name="connsiteY48" fmla="*/ 2926379 h 6402614"/>
                <a:gd name="connsiteX49" fmla="*/ 5089643 w 5378623"/>
                <a:gd name="connsiteY49" fmla="*/ 2780639 h 6402614"/>
                <a:gd name="connsiteX50" fmla="*/ 5084078 w 5378623"/>
                <a:gd name="connsiteY50" fmla="*/ 2744255 h 6402614"/>
                <a:gd name="connsiteX51" fmla="*/ 5077785 w 5378623"/>
                <a:gd name="connsiteY51" fmla="*/ 2708026 h 6402614"/>
                <a:gd name="connsiteX52" fmla="*/ 5063128 w 5378623"/>
                <a:gd name="connsiteY52" fmla="*/ 2636053 h 6402614"/>
                <a:gd name="connsiteX53" fmla="*/ 5047530 w 5378623"/>
                <a:gd name="connsiteY53" fmla="*/ 2564176 h 6402614"/>
                <a:gd name="connsiteX54" fmla="*/ 5028967 w 5378623"/>
                <a:gd name="connsiteY54" fmla="*/ 2493127 h 6402614"/>
                <a:gd name="connsiteX55" fmla="*/ 4822623 w 5378623"/>
                <a:gd name="connsiteY55" fmla="*/ 1944830 h 6402614"/>
                <a:gd name="connsiteX56" fmla="*/ 4108183 w 5378623"/>
                <a:gd name="connsiteY56" fmla="*/ 1038170 h 6402614"/>
                <a:gd name="connsiteX57" fmla="*/ 3638213 w 5378623"/>
                <a:gd name="connsiteY57" fmla="*/ 712395 h 6402614"/>
                <a:gd name="connsiteX58" fmla="*/ 3575480 w 5378623"/>
                <a:gd name="connsiteY58" fmla="*/ 678662 h 6402614"/>
                <a:gd name="connsiteX59" fmla="*/ 3512574 w 5378623"/>
                <a:gd name="connsiteY59" fmla="*/ 645577 h 6402614"/>
                <a:gd name="connsiteX60" fmla="*/ 3448603 w 5378623"/>
                <a:gd name="connsiteY60" fmla="*/ 614757 h 6402614"/>
                <a:gd name="connsiteX61" fmla="*/ 3416617 w 5378623"/>
                <a:gd name="connsiteY61" fmla="*/ 599347 h 6402614"/>
                <a:gd name="connsiteX62" fmla="*/ 3384352 w 5378623"/>
                <a:gd name="connsiteY62" fmla="*/ 584559 h 6402614"/>
                <a:gd name="connsiteX63" fmla="*/ 3254088 w 5378623"/>
                <a:gd name="connsiteY63" fmla="*/ 529021 h 6402614"/>
                <a:gd name="connsiteX64" fmla="*/ 3121640 w 5378623"/>
                <a:gd name="connsiteY64" fmla="*/ 479505 h 6402614"/>
                <a:gd name="connsiteX65" fmla="*/ 2987193 w 5378623"/>
                <a:gd name="connsiteY65" fmla="*/ 436176 h 6402614"/>
                <a:gd name="connsiteX66" fmla="*/ 2851296 w 5378623"/>
                <a:gd name="connsiteY66" fmla="*/ 398256 h 6402614"/>
                <a:gd name="connsiteX67" fmla="*/ 2573611 w 5378623"/>
                <a:gd name="connsiteY67" fmla="*/ 336717 h 6402614"/>
                <a:gd name="connsiteX68" fmla="*/ 2014208 w 5378623"/>
                <a:gd name="connsiteY68" fmla="*/ 276896 h 6402614"/>
                <a:gd name="connsiteX69" fmla="*/ 1457097 w 5378623"/>
                <a:gd name="connsiteY69" fmla="*/ 322828 h 6402614"/>
                <a:gd name="connsiteX70" fmla="*/ 914684 w 5378623"/>
                <a:gd name="connsiteY70" fmla="*/ 486648 h 6402614"/>
                <a:gd name="connsiteX71" fmla="*/ 848661 w 5378623"/>
                <a:gd name="connsiteY71" fmla="*/ 515093 h 6402614"/>
                <a:gd name="connsiteX72" fmla="*/ 782834 w 5378623"/>
                <a:gd name="connsiteY72" fmla="*/ 544519 h 6402614"/>
                <a:gd name="connsiteX73" fmla="*/ 717715 w 5378623"/>
                <a:gd name="connsiteY73" fmla="*/ 575988 h 6402614"/>
                <a:gd name="connsiteX74" fmla="*/ 653112 w 5378623"/>
                <a:gd name="connsiteY74" fmla="*/ 608523 h 6402614"/>
                <a:gd name="connsiteX75" fmla="*/ 406671 w 5378623"/>
                <a:gd name="connsiteY75" fmla="*/ 756246 h 6402614"/>
                <a:gd name="connsiteX76" fmla="*/ 191033 w 5378623"/>
                <a:gd name="connsiteY76" fmla="*/ 942131 h 6402614"/>
                <a:gd name="connsiteX77" fmla="*/ 143339 w 5378623"/>
                <a:gd name="connsiteY77" fmla="*/ 996006 h 6402614"/>
                <a:gd name="connsiteX78" fmla="*/ 98848 w 5378623"/>
                <a:gd name="connsiteY78" fmla="*/ 1053288 h 6402614"/>
                <a:gd name="connsiteX79" fmla="*/ 56083 w 5378623"/>
                <a:gd name="connsiteY79" fmla="*/ 1112657 h 6402614"/>
                <a:gd name="connsiteX80" fmla="*/ 14889 w 5378623"/>
                <a:gd name="connsiteY80" fmla="*/ 1173837 h 6402614"/>
                <a:gd name="connsiteX81" fmla="*/ 0 w 5378623"/>
                <a:gd name="connsiteY81" fmla="*/ 1198088 h 6402614"/>
                <a:gd name="connsiteX82" fmla="*/ 0 w 5378623"/>
                <a:gd name="connsiteY82" fmla="*/ 888809 h 6402614"/>
                <a:gd name="connsiteX83" fmla="*/ 88781 w 5378623"/>
                <a:gd name="connsiteY83" fmla="*/ 802825 h 6402614"/>
                <a:gd name="connsiteX84" fmla="*/ 2220349 w 5378623"/>
                <a:gd name="connsiteY84" fmla="*/ 67 h 6402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5378623" h="6402614">
                  <a:moveTo>
                    <a:pt x="2220349" y="67"/>
                  </a:moveTo>
                  <a:cubicBezTo>
                    <a:pt x="2484151" y="1784"/>
                    <a:pt x="2751801" y="36820"/>
                    <a:pt x="3018161" y="108191"/>
                  </a:cubicBezTo>
                  <a:cubicBezTo>
                    <a:pt x="4722867" y="564965"/>
                    <a:pt x="5729192" y="2337049"/>
                    <a:pt x="5265831" y="4066338"/>
                  </a:cubicBezTo>
                  <a:cubicBezTo>
                    <a:pt x="4947269" y="5255224"/>
                    <a:pt x="4017004" y="6114300"/>
                    <a:pt x="2912752" y="6386691"/>
                  </a:cubicBezTo>
                  <a:lnTo>
                    <a:pt x="2840648" y="6402614"/>
                  </a:lnTo>
                  <a:lnTo>
                    <a:pt x="1474249" y="6402614"/>
                  </a:lnTo>
                  <a:lnTo>
                    <a:pt x="1340218" y="6370360"/>
                  </a:lnTo>
                  <a:cubicBezTo>
                    <a:pt x="914042" y="6256167"/>
                    <a:pt x="531514" y="6059766"/>
                    <a:pt x="204687" y="5802379"/>
                  </a:cubicBezTo>
                  <a:lnTo>
                    <a:pt x="0" y="5624181"/>
                  </a:lnTo>
                  <a:lnTo>
                    <a:pt x="0" y="5197118"/>
                  </a:lnTo>
                  <a:lnTo>
                    <a:pt x="120950" y="5327736"/>
                  </a:lnTo>
                  <a:cubicBezTo>
                    <a:pt x="253827" y="5458395"/>
                    <a:pt x="397634" y="5575985"/>
                    <a:pt x="553277" y="5674143"/>
                  </a:cubicBezTo>
                  <a:cubicBezTo>
                    <a:pt x="708978" y="5772084"/>
                    <a:pt x="875421" y="5851690"/>
                    <a:pt x="1048951" y="5913372"/>
                  </a:cubicBezTo>
                  <a:cubicBezTo>
                    <a:pt x="1070860" y="5920750"/>
                    <a:pt x="1092382" y="5928719"/>
                    <a:pt x="1114406" y="5935664"/>
                  </a:cubicBezTo>
                  <a:lnTo>
                    <a:pt x="1180375" y="5956470"/>
                  </a:lnTo>
                  <a:lnTo>
                    <a:pt x="1247107" y="5975278"/>
                  </a:lnTo>
                  <a:cubicBezTo>
                    <a:pt x="1269462" y="5981848"/>
                    <a:pt x="1291029" y="5986236"/>
                    <a:pt x="1313053" y="5991905"/>
                  </a:cubicBezTo>
                  <a:cubicBezTo>
                    <a:pt x="1400808" y="6012869"/>
                    <a:pt x="1489584" y="6027036"/>
                    <a:pt x="1578771" y="6035400"/>
                  </a:cubicBezTo>
                  <a:cubicBezTo>
                    <a:pt x="1757312" y="6051941"/>
                    <a:pt x="1937844" y="6040152"/>
                    <a:pt x="2116969" y="6005033"/>
                  </a:cubicBezTo>
                  <a:cubicBezTo>
                    <a:pt x="2296104" y="5969454"/>
                    <a:pt x="2473717" y="5910978"/>
                    <a:pt x="2648341" y="5837212"/>
                  </a:cubicBezTo>
                  <a:cubicBezTo>
                    <a:pt x="2823148" y="5763610"/>
                    <a:pt x="2995347" y="5675863"/>
                    <a:pt x="3166862" y="5582136"/>
                  </a:cubicBezTo>
                  <a:cubicBezTo>
                    <a:pt x="3209843" y="5558645"/>
                    <a:pt x="3252667" y="5534880"/>
                    <a:pt x="3295551" y="5510900"/>
                  </a:cubicBezTo>
                  <a:lnTo>
                    <a:pt x="3426292" y="5437546"/>
                  </a:lnTo>
                  <a:cubicBezTo>
                    <a:pt x="3515217" y="5388460"/>
                    <a:pt x="3604599" y="5341930"/>
                    <a:pt x="3693498" y="5296779"/>
                  </a:cubicBezTo>
                  <a:lnTo>
                    <a:pt x="3957511" y="5162806"/>
                  </a:lnTo>
                  <a:cubicBezTo>
                    <a:pt x="4044259" y="5118005"/>
                    <a:pt x="4129592" y="5072941"/>
                    <a:pt x="4212170" y="5024936"/>
                  </a:cubicBezTo>
                  <a:cubicBezTo>
                    <a:pt x="4294563" y="4976766"/>
                    <a:pt x="4374532" y="4926554"/>
                    <a:pt x="4449651" y="4870986"/>
                  </a:cubicBezTo>
                  <a:cubicBezTo>
                    <a:pt x="4524973" y="4815937"/>
                    <a:pt x="4596075" y="4756163"/>
                    <a:pt x="4659728" y="4689640"/>
                  </a:cubicBezTo>
                  <a:cubicBezTo>
                    <a:pt x="4723566" y="4623283"/>
                    <a:pt x="4780828" y="4550758"/>
                    <a:pt x="4830457" y="4472596"/>
                  </a:cubicBezTo>
                  <a:cubicBezTo>
                    <a:pt x="4880087" y="4394434"/>
                    <a:pt x="4921716" y="4310302"/>
                    <a:pt x="4955705" y="4222268"/>
                  </a:cubicBezTo>
                  <a:lnTo>
                    <a:pt x="4968352" y="4189141"/>
                  </a:lnTo>
                  <a:lnTo>
                    <a:pt x="4979564" y="4155400"/>
                  </a:lnTo>
                  <a:lnTo>
                    <a:pt x="4990913" y="4121577"/>
                  </a:lnTo>
                  <a:cubicBezTo>
                    <a:pt x="4994441" y="4110119"/>
                    <a:pt x="4997522" y="4098194"/>
                    <a:pt x="5000865" y="4086570"/>
                  </a:cubicBezTo>
                  <a:lnTo>
                    <a:pt x="5020612" y="4016281"/>
                  </a:lnTo>
                  <a:lnTo>
                    <a:pt x="5030486" y="3981137"/>
                  </a:lnTo>
                  <a:lnTo>
                    <a:pt x="5035423" y="3963565"/>
                  </a:lnTo>
                  <a:lnTo>
                    <a:pt x="5039507" y="3945765"/>
                  </a:lnTo>
                  <a:cubicBezTo>
                    <a:pt x="5050088" y="3898175"/>
                    <a:pt x="5061308" y="3850756"/>
                    <a:pt x="5071597" y="3802972"/>
                  </a:cubicBezTo>
                  <a:lnTo>
                    <a:pt x="5096108" y="3658610"/>
                  </a:lnTo>
                  <a:cubicBezTo>
                    <a:pt x="5102684" y="3610180"/>
                    <a:pt x="5107604" y="3561536"/>
                    <a:pt x="5113299" y="3512985"/>
                  </a:cubicBezTo>
                  <a:lnTo>
                    <a:pt x="5115328" y="3494749"/>
                  </a:lnTo>
                  <a:lnTo>
                    <a:pt x="5116446" y="3476502"/>
                  </a:lnTo>
                  <a:lnTo>
                    <a:pt x="5118711" y="3439898"/>
                  </a:lnTo>
                  <a:lnTo>
                    <a:pt x="5123270" y="3366583"/>
                  </a:lnTo>
                  <a:cubicBezTo>
                    <a:pt x="5126606" y="3268829"/>
                    <a:pt x="5127431" y="3170634"/>
                    <a:pt x="5121172" y="3072860"/>
                  </a:cubicBezTo>
                  <a:lnTo>
                    <a:pt x="5119473" y="3036121"/>
                  </a:lnTo>
                  <a:cubicBezTo>
                    <a:pt x="5118968" y="3023930"/>
                    <a:pt x="5117310" y="3011778"/>
                    <a:pt x="5116244" y="2999552"/>
                  </a:cubicBezTo>
                  <a:lnTo>
                    <a:pt x="5109221" y="2926379"/>
                  </a:lnTo>
                  <a:cubicBezTo>
                    <a:pt x="5105544" y="2877404"/>
                    <a:pt x="5096760" y="2829145"/>
                    <a:pt x="5089643" y="2780639"/>
                  </a:cubicBezTo>
                  <a:lnTo>
                    <a:pt x="5084078" y="2744255"/>
                  </a:lnTo>
                  <a:cubicBezTo>
                    <a:pt x="5082420" y="2732104"/>
                    <a:pt x="5080412" y="2719974"/>
                    <a:pt x="5077785" y="2708026"/>
                  </a:cubicBezTo>
                  <a:lnTo>
                    <a:pt x="5063128" y="2636053"/>
                  </a:lnTo>
                  <a:cubicBezTo>
                    <a:pt x="5057902" y="2612048"/>
                    <a:pt x="5053511" y="2587920"/>
                    <a:pt x="5047530" y="2564176"/>
                  </a:cubicBezTo>
                  <a:lnTo>
                    <a:pt x="5028967" y="2493127"/>
                  </a:lnTo>
                  <a:cubicBezTo>
                    <a:pt x="4979424" y="2303537"/>
                    <a:pt x="4909775" y="2119458"/>
                    <a:pt x="4822623" y="1944830"/>
                  </a:cubicBezTo>
                  <a:cubicBezTo>
                    <a:pt x="4648947" y="1594931"/>
                    <a:pt x="4401749" y="1285261"/>
                    <a:pt x="4108183" y="1038170"/>
                  </a:cubicBezTo>
                  <a:cubicBezTo>
                    <a:pt x="3961444" y="914460"/>
                    <a:pt x="3803854" y="805232"/>
                    <a:pt x="3638213" y="712395"/>
                  </a:cubicBezTo>
                  <a:lnTo>
                    <a:pt x="3575480" y="678662"/>
                  </a:lnTo>
                  <a:cubicBezTo>
                    <a:pt x="3554450" y="667578"/>
                    <a:pt x="3534194" y="655311"/>
                    <a:pt x="3512574" y="645577"/>
                  </a:cubicBezTo>
                  <a:lnTo>
                    <a:pt x="3448603" y="614757"/>
                  </a:lnTo>
                  <a:lnTo>
                    <a:pt x="3416617" y="599347"/>
                  </a:lnTo>
                  <a:cubicBezTo>
                    <a:pt x="3406000" y="594185"/>
                    <a:pt x="3395413" y="588913"/>
                    <a:pt x="3384352" y="584559"/>
                  </a:cubicBezTo>
                  <a:cubicBezTo>
                    <a:pt x="3340850" y="566062"/>
                    <a:pt x="3297707" y="547083"/>
                    <a:pt x="3254088" y="529021"/>
                  </a:cubicBezTo>
                  <a:cubicBezTo>
                    <a:pt x="3209736" y="512847"/>
                    <a:pt x="3165607" y="496270"/>
                    <a:pt x="3121640" y="479505"/>
                  </a:cubicBezTo>
                  <a:lnTo>
                    <a:pt x="2987193" y="436176"/>
                  </a:lnTo>
                  <a:cubicBezTo>
                    <a:pt x="2942116" y="422708"/>
                    <a:pt x="2896575" y="410968"/>
                    <a:pt x="2851296" y="398256"/>
                  </a:cubicBezTo>
                  <a:cubicBezTo>
                    <a:pt x="2759507" y="375285"/>
                    <a:pt x="2666373" y="353923"/>
                    <a:pt x="2573611" y="336717"/>
                  </a:cubicBezTo>
                  <a:cubicBezTo>
                    <a:pt x="2387776" y="301762"/>
                    <a:pt x="2200839" y="280304"/>
                    <a:pt x="2014208" y="276896"/>
                  </a:cubicBezTo>
                  <a:cubicBezTo>
                    <a:pt x="1827605" y="273381"/>
                    <a:pt x="1641223" y="288238"/>
                    <a:pt x="1457097" y="322828"/>
                  </a:cubicBezTo>
                  <a:cubicBezTo>
                    <a:pt x="1272912" y="357634"/>
                    <a:pt x="1091595" y="413727"/>
                    <a:pt x="914684" y="486648"/>
                  </a:cubicBezTo>
                  <a:lnTo>
                    <a:pt x="848661" y="515093"/>
                  </a:lnTo>
                  <a:cubicBezTo>
                    <a:pt x="826573" y="524592"/>
                    <a:pt x="804281" y="533573"/>
                    <a:pt x="782834" y="544519"/>
                  </a:cubicBezTo>
                  <a:lnTo>
                    <a:pt x="717715" y="575988"/>
                  </a:lnTo>
                  <a:cubicBezTo>
                    <a:pt x="696005" y="586632"/>
                    <a:pt x="673986" y="596729"/>
                    <a:pt x="653112" y="608523"/>
                  </a:cubicBezTo>
                  <a:cubicBezTo>
                    <a:pt x="568070" y="653782"/>
                    <a:pt x="483901" y="700897"/>
                    <a:pt x="406671" y="756246"/>
                  </a:cubicBezTo>
                  <a:cubicBezTo>
                    <a:pt x="327441" y="809669"/>
                    <a:pt x="256836" y="872706"/>
                    <a:pt x="191033" y="942131"/>
                  </a:cubicBezTo>
                  <a:cubicBezTo>
                    <a:pt x="175048" y="959988"/>
                    <a:pt x="159064" y="977846"/>
                    <a:pt x="143339" y="996006"/>
                  </a:cubicBezTo>
                  <a:lnTo>
                    <a:pt x="98848" y="1053288"/>
                  </a:lnTo>
                  <a:cubicBezTo>
                    <a:pt x="83542" y="1072023"/>
                    <a:pt x="70312" y="1092822"/>
                    <a:pt x="56083" y="1112657"/>
                  </a:cubicBezTo>
                  <a:cubicBezTo>
                    <a:pt x="42010" y="1132765"/>
                    <a:pt x="27965" y="1152765"/>
                    <a:pt x="14889" y="1173837"/>
                  </a:cubicBezTo>
                  <a:lnTo>
                    <a:pt x="0" y="1198088"/>
                  </a:lnTo>
                  <a:lnTo>
                    <a:pt x="0" y="888809"/>
                  </a:lnTo>
                  <a:lnTo>
                    <a:pt x="88781" y="802825"/>
                  </a:lnTo>
                  <a:cubicBezTo>
                    <a:pt x="672175" y="289643"/>
                    <a:pt x="1428944" y="-5083"/>
                    <a:pt x="2220349" y="6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4ACF65BE-AED2-468E-9A44-7282B9D85F17}"/>
              </a:ext>
            </a:extLst>
          </p:cNvPr>
          <p:cNvSpPr txBox="1"/>
          <p:nvPr/>
        </p:nvSpPr>
        <p:spPr>
          <a:xfrm>
            <a:off x="-162812" y="3106899"/>
            <a:ext cx="4495800" cy="52501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22860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vi-VN" sz="3000" b="1" kern="1200">
                <a:solidFill>
                  <a:schemeClr val="tx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4. </a:t>
            </a:r>
            <a:r>
              <a:rPr lang="en-US" sz="3000" b="1" kern="1200">
                <a:solidFill>
                  <a:schemeClr val="tx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MÔ HÌNH QUAN HỆ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80DD362-AB26-3D4B-4220-EF87A55D3F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3284" y="0"/>
            <a:ext cx="618871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93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ythrough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20EB5-BB51-4D37-0966-B645753A2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30DE370-4136-5E45-B68E-0C27FC550687}"/>
              </a:ext>
            </a:extLst>
          </p:cNvPr>
          <p:cNvSpPr txBox="1"/>
          <p:nvPr/>
        </p:nvSpPr>
        <p:spPr>
          <a:xfrm>
            <a:off x="1502228" y="544285"/>
            <a:ext cx="918754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vi-VN" sz="3000" b="1">
                <a:latin typeface="Times New Roman" panose="02020603050405020304" pitchFamily="18" charset="0"/>
                <a:cs typeface="Times New Roman" panose="02020603050405020304" pitchFamily="18" charset="0"/>
              </a:rPr>
              <a:t>5. MÔ TẢ RÀNG BUỘC NGHIỆP VỤ &amp; TOÀN VẸN</a:t>
            </a:r>
            <a:endParaRPr lang="en-US" sz="3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2AE8F0-266A-9FB5-BBF6-553341BE0C2A}"/>
              </a:ext>
            </a:extLst>
          </p:cNvPr>
          <p:cNvSpPr txBox="1"/>
          <p:nvPr/>
        </p:nvSpPr>
        <p:spPr>
          <a:xfrm>
            <a:off x="326571" y="1298024"/>
            <a:ext cx="5818416" cy="25699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vi-VN" sz="23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TAI_KHOAN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vi-VN" sz="2300" b="1">
                <a:latin typeface="Times New Roman" panose="02020603050405020304" pitchFamily="18" charset="0"/>
                <a:cs typeface="Times New Roman" panose="02020603050405020304" pitchFamily="18" charset="0"/>
              </a:rPr>
              <a:t>MaTK</a:t>
            </a:r>
            <a:r>
              <a:rPr lang="vi-VN" sz="2300">
                <a:latin typeface="Times New Roman" panose="02020603050405020304" pitchFamily="18" charset="0"/>
                <a:cs typeface="Times New Roman" panose="02020603050405020304" pitchFamily="18" charset="0"/>
              </a:rPr>
              <a:t> là duy nhất.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vi-VN" sz="2300" b="1">
                <a:latin typeface="Times New Roman" panose="02020603050405020304" pitchFamily="18" charset="0"/>
                <a:cs typeface="Times New Roman" panose="02020603050405020304" pitchFamily="18" charset="0"/>
              </a:rPr>
              <a:t>TenDangNhap</a:t>
            </a:r>
            <a:r>
              <a:rPr lang="vi-VN" sz="2300">
                <a:latin typeface="Times New Roman" panose="02020603050405020304" pitchFamily="18" charset="0"/>
                <a:cs typeface="Times New Roman" panose="02020603050405020304" pitchFamily="18" charset="0"/>
              </a:rPr>
              <a:t> là duy nhất (ngăn chặn trùng lập user).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vi-VN" sz="2300">
                <a:latin typeface="Times New Roman" panose="02020603050405020304" pitchFamily="18" charset="0"/>
                <a:cs typeface="Times New Roman" panose="02020603050405020304" pitchFamily="18" charset="0"/>
              </a:rPr>
              <a:t>Mỗi tài khoản thuộc về duy nhất 1 nhân viên.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vi-VN" sz="2300">
                <a:latin typeface="Times New Roman" panose="02020603050405020304" pitchFamily="18" charset="0"/>
                <a:cs typeface="Times New Roman" panose="02020603050405020304" pitchFamily="18" charset="0"/>
              </a:rPr>
              <a:t>Quyền hạn bắt buột phải là ‘</a:t>
            </a:r>
            <a:r>
              <a:rPr lang="vi-VN" sz="2300" b="1">
                <a:latin typeface="Times New Roman" panose="02020603050405020304" pitchFamily="18" charset="0"/>
                <a:cs typeface="Times New Roman" panose="02020603050405020304" pitchFamily="18" charset="0"/>
              </a:rPr>
              <a:t>Admin</a:t>
            </a:r>
            <a:r>
              <a:rPr lang="vi-VN" sz="2300">
                <a:latin typeface="Times New Roman" panose="02020603050405020304" pitchFamily="18" charset="0"/>
                <a:cs typeface="Times New Roman" panose="02020603050405020304" pitchFamily="18" charset="0"/>
              </a:rPr>
              <a:t>’ hoặc ‘</a:t>
            </a:r>
            <a:r>
              <a:rPr lang="vi-VN" sz="2300" b="1">
                <a:latin typeface="Times New Roman" panose="02020603050405020304" pitchFamily="18" charset="0"/>
                <a:cs typeface="Times New Roman" panose="02020603050405020304" pitchFamily="18" charset="0"/>
              </a:rPr>
              <a:t>NhanVien</a:t>
            </a:r>
            <a:r>
              <a:rPr lang="vi-VN" sz="2300"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4F6758-81B2-B463-B355-2DA6D92FE49F}"/>
              </a:ext>
            </a:extLst>
          </p:cNvPr>
          <p:cNvSpPr txBox="1"/>
          <p:nvPr/>
        </p:nvSpPr>
        <p:spPr>
          <a:xfrm>
            <a:off x="326571" y="3852339"/>
            <a:ext cx="5475515" cy="25699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vi-VN" sz="23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MAT_HANG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vi-VN" sz="2300" b="1">
                <a:latin typeface="Times New Roman" panose="02020603050405020304" pitchFamily="18" charset="0"/>
                <a:cs typeface="Times New Roman" panose="02020603050405020304" pitchFamily="18" charset="0"/>
              </a:rPr>
              <a:t>MaHang</a:t>
            </a:r>
            <a:r>
              <a:rPr lang="vi-VN" sz="2300">
                <a:latin typeface="Times New Roman" panose="02020603050405020304" pitchFamily="18" charset="0"/>
                <a:cs typeface="Times New Roman" panose="02020603050405020304" pitchFamily="18" charset="0"/>
              </a:rPr>
              <a:t> là duy nhất.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vi-VN" sz="2300">
                <a:latin typeface="Times New Roman" panose="02020603050405020304" pitchFamily="18" charset="0"/>
                <a:cs typeface="Times New Roman" panose="02020603050405020304" pitchFamily="18" charset="0"/>
              </a:rPr>
              <a:t>Mỗi mặt hàng thuộc về duy nhất một loại hàng.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vi-VN" sz="2300">
                <a:latin typeface="Times New Roman" panose="02020603050405020304" pitchFamily="18" charset="0"/>
                <a:cs typeface="Times New Roman" panose="02020603050405020304" pitchFamily="18" charset="0"/>
              </a:rPr>
              <a:t>Mỗi mặt hàng được cung cấp bởi duy nhất một nhà cung cấp.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vi-VN" sz="2300">
                <a:latin typeface="Times New Roman" panose="02020603050405020304" pitchFamily="18" charset="0"/>
                <a:cs typeface="Times New Roman" panose="02020603050405020304" pitchFamily="18" charset="0"/>
              </a:rPr>
              <a:t>Có đơn giá nhập và đơn giá bán riêng biệt.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B4BD336-77BB-F1CD-206D-20514F05D799}"/>
              </a:ext>
            </a:extLst>
          </p:cNvPr>
          <p:cNvSpPr txBox="1"/>
          <p:nvPr/>
        </p:nvSpPr>
        <p:spPr>
          <a:xfrm>
            <a:off x="6096000" y="1298024"/>
            <a:ext cx="6193972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vi-VN" sz="23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LO_HANG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vi-VN" sz="2300" b="1">
                <a:latin typeface="Times New Roman" panose="02020603050405020304" pitchFamily="18" charset="0"/>
                <a:cs typeface="Times New Roman" panose="02020603050405020304" pitchFamily="18" charset="0"/>
              </a:rPr>
              <a:t>MaLo</a:t>
            </a:r>
            <a:r>
              <a:rPr lang="vi-VN" sz="2300">
                <a:latin typeface="Times New Roman" panose="02020603050405020304" pitchFamily="18" charset="0"/>
                <a:cs typeface="Times New Roman" panose="02020603050405020304" pitchFamily="18" charset="0"/>
              </a:rPr>
              <a:t> là duy nhất.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vi-VN" sz="2300" b="1">
                <a:latin typeface="Times New Roman" panose="02020603050405020304" pitchFamily="18" charset="0"/>
                <a:cs typeface="Times New Roman" panose="02020603050405020304" pitchFamily="18" charset="0"/>
              </a:rPr>
              <a:t>TonKho </a:t>
            </a:r>
            <a:r>
              <a:rPr lang="vi-VN" sz="2300">
                <a:latin typeface="Times New Roman" panose="02020603050405020304" pitchFamily="18" charset="0"/>
                <a:cs typeface="Times New Roman" panose="02020603050405020304" pitchFamily="18" charset="0"/>
              </a:rPr>
              <a:t>mặc định là 0 khi vừa khởi tạo lô hàng.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vi-VN" sz="2300">
                <a:latin typeface="Times New Roman" panose="02020603050405020304" pitchFamily="18" charset="0"/>
                <a:cs typeface="Times New Roman" panose="02020603050405020304" pitchFamily="18" charset="0"/>
              </a:rPr>
              <a:t>Mỗi lô hàng nhập về thuộc duy nhất 1 mặt hàng.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A24F48D-3C39-86AC-A990-44355E7EE7FD}"/>
              </a:ext>
            </a:extLst>
          </p:cNvPr>
          <p:cNvSpPr txBox="1"/>
          <p:nvPr/>
        </p:nvSpPr>
        <p:spPr>
          <a:xfrm>
            <a:off x="6095998" y="2806129"/>
            <a:ext cx="6193971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vi-VN" sz="23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HOA_DON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vi-VN" sz="2300" b="1">
                <a:latin typeface="Times New Roman" panose="02020603050405020304" pitchFamily="18" charset="0"/>
                <a:cs typeface="Times New Roman" panose="02020603050405020304" pitchFamily="18" charset="0"/>
              </a:rPr>
              <a:t>MaHD</a:t>
            </a:r>
            <a:r>
              <a:rPr lang="vi-VN" sz="2300">
                <a:latin typeface="Times New Roman" panose="02020603050405020304" pitchFamily="18" charset="0"/>
                <a:cs typeface="Times New Roman" panose="02020603050405020304" pitchFamily="18" charset="0"/>
              </a:rPr>
              <a:t> là duy nhất.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vi-VN" sz="2300">
                <a:latin typeface="Times New Roman" panose="02020603050405020304" pitchFamily="18" charset="0"/>
                <a:cs typeface="Times New Roman" panose="02020603050405020304" pitchFamily="18" charset="0"/>
              </a:rPr>
              <a:t>Mỗi hóa đơn được lập bởi duy nhất 1 nhân viên.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vi-VN" sz="2300">
                <a:latin typeface="Times New Roman" panose="02020603050405020304" pitchFamily="18" charset="0"/>
                <a:cs typeface="Times New Roman" panose="02020603050405020304" pitchFamily="18" charset="0"/>
              </a:rPr>
              <a:t>Mỗi hóa đơn có thể áp dụng tối đa 1 mã khuyến mãi (hoặc không).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CBF924B-3BB2-CBAD-0FB0-625CF553A5D6}"/>
              </a:ext>
            </a:extLst>
          </p:cNvPr>
          <p:cNvSpPr txBox="1"/>
          <p:nvPr/>
        </p:nvSpPr>
        <p:spPr>
          <a:xfrm>
            <a:off x="6144987" y="4668177"/>
            <a:ext cx="6047013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vi-VN" sz="23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CHITIETHOADON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vi-VN" sz="2300">
                <a:latin typeface="Times New Roman" panose="02020603050405020304" pitchFamily="18" charset="0"/>
                <a:cs typeface="Times New Roman" panose="02020603050405020304" pitchFamily="18" charset="0"/>
              </a:rPr>
              <a:t>Cặp </a:t>
            </a:r>
            <a:r>
              <a:rPr lang="vi-VN" sz="2300" b="1">
                <a:latin typeface="Times New Roman" panose="02020603050405020304" pitchFamily="18" charset="0"/>
                <a:cs typeface="Times New Roman" panose="02020603050405020304" pitchFamily="18" charset="0"/>
              </a:rPr>
              <a:t>(MaHD, MaHang)</a:t>
            </a:r>
            <a:r>
              <a:rPr lang="vi-VN" sz="2300">
                <a:latin typeface="Times New Roman" panose="02020603050405020304" pitchFamily="18" charset="0"/>
                <a:cs typeface="Times New Roman" panose="02020603050405020304" pitchFamily="18" charset="0"/>
              </a:rPr>
              <a:t> là duy nhất.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vi-VN" sz="2300">
                <a:latin typeface="Times New Roman" panose="02020603050405020304" pitchFamily="18" charset="0"/>
                <a:cs typeface="Times New Roman" panose="02020603050405020304" pitchFamily="18" charset="0"/>
              </a:rPr>
              <a:t>Một hóa đơn có thể bao gồm nhiều mặt hàng.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vi-VN" sz="2300">
                <a:latin typeface="Times New Roman" panose="02020603050405020304" pitchFamily="18" charset="0"/>
                <a:cs typeface="Times New Roman" panose="02020603050405020304" pitchFamily="18" charset="0"/>
              </a:rPr>
              <a:t>Số lượng và đơn giá bán được lưu trữ chi tiết cho từng dòng hàng.</a:t>
            </a:r>
          </a:p>
        </p:txBody>
      </p:sp>
    </p:spTree>
    <p:extLst>
      <p:ext uri="{BB962C8B-B14F-4D97-AF65-F5344CB8AC3E}">
        <p14:creationId xmlns:p14="http://schemas.microsoft.com/office/powerpoint/2010/main" val="33270129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A7D1D71-5ED1-8747-B80E-EA78F2417385}"/>
              </a:ext>
            </a:extLst>
          </p:cNvPr>
          <p:cNvSpPr txBox="1"/>
          <p:nvPr/>
        </p:nvSpPr>
        <p:spPr>
          <a:xfrm>
            <a:off x="1502228" y="544285"/>
            <a:ext cx="918754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vi-VN" sz="3000" b="1">
                <a:latin typeface="Times New Roman" panose="02020603050405020304" pitchFamily="18" charset="0"/>
                <a:cs typeface="Times New Roman" panose="02020603050405020304" pitchFamily="18" charset="0"/>
              </a:rPr>
              <a:t>5. MÔ TẢ RÀNG BUỘC NGHIỆP VỤ &amp; TOÀN VẸN</a:t>
            </a:r>
            <a:endParaRPr lang="en-US" sz="3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090C40-40A5-35A9-715F-21B073196517}"/>
              </a:ext>
            </a:extLst>
          </p:cNvPr>
          <p:cNvSpPr txBox="1"/>
          <p:nvPr/>
        </p:nvSpPr>
        <p:spPr>
          <a:xfrm>
            <a:off x="435429" y="1298024"/>
            <a:ext cx="5355771" cy="1154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23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NGANH_HANG</a:t>
            </a:r>
            <a:endParaRPr lang="vi-VN" sz="2300" b="1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vi-VN" sz="2300" b="1">
                <a:latin typeface="Times New Roman" panose="02020603050405020304" pitchFamily="18" charset="0"/>
                <a:cs typeface="Times New Roman" panose="02020603050405020304" pitchFamily="18" charset="0"/>
              </a:rPr>
              <a:t>MaNganh</a:t>
            </a:r>
            <a:r>
              <a:rPr lang="vi-VN" sz="2300">
                <a:latin typeface="Times New Roman" panose="02020603050405020304" pitchFamily="18" charset="0"/>
                <a:cs typeface="Times New Roman" panose="02020603050405020304" pitchFamily="18" charset="0"/>
              </a:rPr>
              <a:t> là duy nhất.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vi-VN" sz="2300">
                <a:latin typeface="Times New Roman" panose="02020603050405020304" pitchFamily="18" charset="0"/>
                <a:cs typeface="Times New Roman" panose="02020603050405020304" pitchFamily="18" charset="0"/>
              </a:rPr>
              <a:t>Dùng để phân loại nhóm hàng hóa lớn.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343F00-18E4-357D-65CA-FE8B1129D3DA}"/>
              </a:ext>
            </a:extLst>
          </p:cNvPr>
          <p:cNvSpPr txBox="1"/>
          <p:nvPr/>
        </p:nvSpPr>
        <p:spPr>
          <a:xfrm>
            <a:off x="435429" y="2452186"/>
            <a:ext cx="6096000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23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NHA_CUNG_CAP</a:t>
            </a:r>
            <a:endParaRPr lang="vi-VN" sz="2300" b="1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vi-VN" sz="2300" b="1">
                <a:latin typeface="Times New Roman" panose="02020603050405020304" pitchFamily="18" charset="0"/>
                <a:cs typeface="Times New Roman" panose="02020603050405020304" pitchFamily="18" charset="0"/>
              </a:rPr>
              <a:t>MaNCC</a:t>
            </a:r>
            <a:r>
              <a:rPr lang="vi-VN" sz="2300">
                <a:latin typeface="Times New Roman" panose="02020603050405020304" pitchFamily="18" charset="0"/>
                <a:cs typeface="Times New Roman" panose="02020603050405020304" pitchFamily="18" charset="0"/>
              </a:rPr>
              <a:t> là duy nhất.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vi-VN" sz="2300" b="1">
                <a:latin typeface="Times New Roman" panose="02020603050405020304" pitchFamily="18" charset="0"/>
                <a:cs typeface="Times New Roman" panose="02020603050405020304" pitchFamily="18" charset="0"/>
              </a:rPr>
              <a:t>SDT</a:t>
            </a:r>
            <a:r>
              <a:rPr lang="vi-VN" sz="2300">
                <a:latin typeface="Times New Roman" panose="02020603050405020304" pitchFamily="18" charset="0"/>
                <a:cs typeface="Times New Roman" panose="02020603050405020304" pitchFamily="18" charset="0"/>
              </a:rPr>
              <a:t> (Số điện thoại) là duy nhất, không trùng với nhà cung cấp khác.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vi-VN" sz="2300">
                <a:latin typeface="Times New Roman" panose="02020603050405020304" pitchFamily="18" charset="0"/>
                <a:cs typeface="Times New Roman" panose="02020603050405020304" pitchFamily="18" charset="0"/>
              </a:rPr>
              <a:t>Là đơn vị cung cấp hàng hóa đầu vào cho siêu thị.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99361B-F57C-EC10-D9CB-50211AF98F56}"/>
              </a:ext>
            </a:extLst>
          </p:cNvPr>
          <p:cNvSpPr txBox="1"/>
          <p:nvPr/>
        </p:nvSpPr>
        <p:spPr>
          <a:xfrm>
            <a:off x="435429" y="4638879"/>
            <a:ext cx="6096000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23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KHUYEN_MAI</a:t>
            </a:r>
            <a:endParaRPr lang="vi-VN" sz="2300" b="1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vi-VN" sz="2300" b="1">
                <a:latin typeface="Times New Roman" panose="02020603050405020304" pitchFamily="18" charset="0"/>
                <a:cs typeface="Times New Roman" panose="02020603050405020304" pitchFamily="18" charset="0"/>
              </a:rPr>
              <a:t>MaKM</a:t>
            </a:r>
            <a:r>
              <a:rPr lang="vi-VN" sz="2300">
                <a:latin typeface="Times New Roman" panose="02020603050405020304" pitchFamily="18" charset="0"/>
                <a:cs typeface="Times New Roman" panose="02020603050405020304" pitchFamily="18" charset="0"/>
              </a:rPr>
              <a:t> là duy nhất.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vi-VN" sz="2300">
                <a:latin typeface="Times New Roman" panose="02020603050405020304" pitchFamily="18" charset="0"/>
                <a:cs typeface="Times New Roman" panose="02020603050405020304" pitchFamily="18" charset="0"/>
              </a:rPr>
              <a:t>Xác định thời gian bắt đầu và kết thúc hiệu lực của chương trình.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vi-VN" sz="2300">
                <a:latin typeface="Times New Roman" panose="02020603050405020304" pitchFamily="18" charset="0"/>
                <a:cs typeface="Times New Roman" panose="02020603050405020304" pitchFamily="18" charset="0"/>
              </a:rPr>
              <a:t>Mỗi chương trình có một mức phần trăm giảm giá cụ thể.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21322F-E740-F063-44C6-C8327B2B5F0E}"/>
              </a:ext>
            </a:extLst>
          </p:cNvPr>
          <p:cNvSpPr txBox="1"/>
          <p:nvPr/>
        </p:nvSpPr>
        <p:spPr>
          <a:xfrm>
            <a:off x="6400802" y="1298024"/>
            <a:ext cx="5638798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23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NHAN_VIEN</a:t>
            </a:r>
            <a:endParaRPr lang="vi-VN" sz="2300" b="1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vi-VN" sz="2300" b="1">
                <a:latin typeface="Times New Roman" panose="02020603050405020304" pitchFamily="18" charset="0"/>
                <a:cs typeface="Times New Roman" panose="02020603050405020304" pitchFamily="18" charset="0"/>
              </a:rPr>
              <a:t>MaNV</a:t>
            </a:r>
            <a:r>
              <a:rPr lang="vi-VN" sz="2300">
                <a:latin typeface="Times New Roman" panose="02020603050405020304" pitchFamily="18" charset="0"/>
                <a:cs typeface="Times New Roman" panose="02020603050405020304" pitchFamily="18" charset="0"/>
              </a:rPr>
              <a:t> là duy nhất.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vi-VN" sz="2300" b="1">
                <a:latin typeface="Times New Roman" panose="02020603050405020304" pitchFamily="18" charset="0"/>
                <a:cs typeface="Times New Roman" panose="02020603050405020304" pitchFamily="18" charset="0"/>
              </a:rPr>
              <a:t>SDT</a:t>
            </a:r>
            <a:r>
              <a:rPr lang="vi-VN" sz="2300">
                <a:latin typeface="Times New Roman" panose="02020603050405020304" pitchFamily="18" charset="0"/>
                <a:cs typeface="Times New Roman" panose="02020603050405020304" pitchFamily="18" charset="0"/>
              </a:rPr>
              <a:t> là duy nhất (mỗi nhân viên có một số điện thoại riêng).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vi-VN" sz="2300">
                <a:latin typeface="Times New Roman" panose="02020603050405020304" pitchFamily="18" charset="0"/>
                <a:cs typeface="Times New Roman" panose="02020603050405020304" pitchFamily="18" charset="0"/>
              </a:rPr>
              <a:t>Là người trực tiếp thực hiện các nghiệp vụ bán hàng hoặc nhập kho.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0A33C3B-EBFC-B301-D404-41F30F7ED11E}"/>
              </a:ext>
            </a:extLst>
          </p:cNvPr>
          <p:cNvSpPr txBox="1"/>
          <p:nvPr/>
        </p:nvSpPr>
        <p:spPr>
          <a:xfrm>
            <a:off x="6400802" y="3606348"/>
            <a:ext cx="5638798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vi-VN" sz="23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LOAI_HANG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vi-VN" sz="2300" b="1">
                <a:latin typeface="Times New Roman" panose="02020603050405020304" pitchFamily="18" charset="0"/>
                <a:cs typeface="Times New Roman" panose="02020603050405020304" pitchFamily="18" charset="0"/>
              </a:rPr>
              <a:t>MaLoai</a:t>
            </a:r>
            <a:r>
              <a:rPr lang="vi-VN" sz="2300">
                <a:latin typeface="Times New Roman" panose="02020603050405020304" pitchFamily="18" charset="0"/>
                <a:cs typeface="Times New Roman" panose="02020603050405020304" pitchFamily="18" charset="0"/>
              </a:rPr>
              <a:t> là duy nhất.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vi-VN" sz="2300">
                <a:latin typeface="Times New Roman" panose="02020603050405020304" pitchFamily="18" charset="0"/>
                <a:cs typeface="Times New Roman" panose="02020603050405020304" pitchFamily="18" charset="0"/>
              </a:rPr>
              <a:t>Mỗi loại hàng thuộc về duy nhất 1 ngành hàng.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vi-VN" sz="2300">
                <a:latin typeface="Times New Roman" panose="02020603050405020304" pitchFamily="18" charset="0"/>
                <a:cs typeface="Times New Roman" panose="02020603050405020304" pitchFamily="18" charset="0"/>
              </a:rPr>
              <a:t>Dùng để chi tiết hóa các sản phẩm trong ngành hàng.</a:t>
            </a:r>
          </a:p>
        </p:txBody>
      </p:sp>
    </p:spTree>
    <p:extLst>
      <p:ext uri="{BB962C8B-B14F-4D97-AF65-F5344CB8AC3E}">
        <p14:creationId xmlns:p14="http://schemas.microsoft.com/office/powerpoint/2010/main" val="13961049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389925A-7B7C-7327-E832-E5E93843DA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7429" y="2407834"/>
            <a:ext cx="5844571" cy="144974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3F4147C-915E-76C2-9163-F6B1659B45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24379"/>
            <a:ext cx="6347428" cy="387261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BB92B6A-7C60-C08C-7C79-8633C722A292}"/>
              </a:ext>
            </a:extLst>
          </p:cNvPr>
          <p:cNvSpPr txBox="1"/>
          <p:nvPr/>
        </p:nvSpPr>
        <p:spPr>
          <a:xfrm>
            <a:off x="8730407" y="2024379"/>
            <a:ext cx="1078614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>
              <a:lnSpc>
                <a:spcPct val="90000"/>
              </a:lnSpc>
              <a:spcAft>
                <a:spcPts val="600"/>
              </a:spcAft>
            </a:pPr>
            <a:r>
              <a:rPr lang="vi-VN" sz="1800" b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Trước</a:t>
            </a:r>
            <a:endParaRPr lang="en-US" sz="1800" b="1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42D1231-78C9-1BD6-F8D1-D138DFF6341B}"/>
              </a:ext>
            </a:extLst>
          </p:cNvPr>
          <p:cNvSpPr txBox="1"/>
          <p:nvPr/>
        </p:nvSpPr>
        <p:spPr>
          <a:xfrm>
            <a:off x="8859913" y="4124288"/>
            <a:ext cx="871914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>
              <a:lnSpc>
                <a:spcPct val="90000"/>
              </a:lnSpc>
              <a:spcAft>
                <a:spcPts val="600"/>
              </a:spcAft>
            </a:pPr>
            <a:r>
              <a:rPr lang="vi-VN" sz="1800" b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endParaRPr lang="en-US" sz="1800" b="1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A6DAD79-427E-91D8-9AA1-B5B221D677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7429" y="4732629"/>
            <a:ext cx="5844571" cy="1475147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EF663575-F872-956C-DFDC-298966D919BE}"/>
              </a:ext>
            </a:extLst>
          </p:cNvPr>
          <p:cNvSpPr txBox="1"/>
          <p:nvPr/>
        </p:nvSpPr>
        <p:spPr>
          <a:xfrm>
            <a:off x="3048000" y="506030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algn="ctr">
              <a:lnSpc>
                <a:spcPct val="90000"/>
              </a:lnSpc>
              <a:spcAft>
                <a:spcPts val="600"/>
              </a:spcAft>
            </a:pPr>
            <a:r>
              <a:rPr lang="vi-VN" sz="30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CẬP NHẬT TỒN KHO </a:t>
            </a:r>
            <a:r>
              <a:rPr lang="en-US" sz="30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(TRIGGER)</a:t>
            </a:r>
          </a:p>
        </p:txBody>
      </p:sp>
    </p:spTree>
    <p:extLst>
      <p:ext uri="{BB962C8B-B14F-4D97-AF65-F5344CB8AC3E}">
        <p14:creationId xmlns:p14="http://schemas.microsoft.com/office/powerpoint/2010/main" val="1870043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ythrough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18F73A-6716-E74F-C6F8-EF26CC514E25}"/>
              </a:ext>
            </a:extLst>
          </p:cNvPr>
          <p:cNvSpPr txBox="1"/>
          <p:nvPr/>
        </p:nvSpPr>
        <p:spPr>
          <a:xfrm>
            <a:off x="1198181" y="195942"/>
            <a:ext cx="9894362" cy="154577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vi-VN" sz="3000" b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7. </a:t>
            </a:r>
            <a:r>
              <a:rPr lang="en-US" sz="3000" b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THỦ TỤC THÊM ĐƠN HÀNG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b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(PROCEDURE)</a:t>
            </a:r>
            <a:endParaRPr lang="en-US" sz="300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2900">
              <a:latin typeface="+mj-lt"/>
              <a:ea typeface="+mj-ea"/>
              <a:cs typeface="+mj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950083-2748-993C-8AA5-DDBA490367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09759"/>
            <a:ext cx="6096000" cy="454824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2EEF163-AC51-A5AD-0A8C-89A1816B2D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4239" y="2146906"/>
            <a:ext cx="6074712" cy="3756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120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ythrough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23D09407-53BC-485E-B4CE-BC5E4FC4B2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921DB988-49FC-4608-B0A2-E2F3A4019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4C811E-9DA0-8512-15D9-0BABBC2EC005}"/>
              </a:ext>
            </a:extLst>
          </p:cNvPr>
          <p:cNvSpPr txBox="1"/>
          <p:nvPr/>
        </p:nvSpPr>
        <p:spPr>
          <a:xfrm>
            <a:off x="755903" y="3399769"/>
            <a:ext cx="10640754" cy="77584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vi-VN" sz="3000" b="1">
                <a:solidFill>
                  <a:schemeClr val="tx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8</a:t>
            </a:r>
            <a:r>
              <a:rPr lang="vi-VN" sz="3000" b="1" kern="120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. </a:t>
            </a:r>
            <a:r>
              <a:rPr lang="en-US" sz="3000" b="1" kern="120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TRUY VẤN TRUY XUẤT DỮ LIỆU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E9B930FD-8671-4C4C-ADCF-73AC1D0CD4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9676747" y="0"/>
            <a:ext cx="2514948" cy="2174333"/>
            <a:chOff x="-305" y="-4155"/>
            <a:chExt cx="2514948" cy="2174333"/>
          </a:xfrm>
        </p:grpSpPr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C35B12C1-569C-4E37-AA33-7EF215F201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F23E2660-7810-46F6-8752-187127C830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C991DC45-0378-45B3-B325-FB8F98545E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E228F5BA-5150-4554-B7EA-93F371F3B1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9D056532-8F11-C8FE-C524-1E93596DB3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9452" y="320231"/>
            <a:ext cx="5651644" cy="2836567"/>
          </a:xfrm>
          <a:prstGeom prst="rect">
            <a:avLst/>
          </a:prstGeom>
        </p:spPr>
      </p:pic>
      <p:grpSp>
        <p:nvGrpSpPr>
          <p:cNvPr id="47" name="Group 46">
            <a:extLst>
              <a:ext uri="{FF2B5EF4-FFF2-40B4-BE49-F238E27FC236}">
                <a16:creationId xmlns:a16="http://schemas.microsoft.com/office/drawing/2014/main" id="{383C2651-AE0C-4AE4-8725-E2F9414FE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-305" y="4322879"/>
            <a:ext cx="3378428" cy="2535121"/>
            <a:chOff x="-305" y="-1"/>
            <a:chExt cx="3832880" cy="2876136"/>
          </a:xfrm>
        </p:grpSpPr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CCE13265-B5D2-47B4-A199-E05F390D5B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693EBD03-D832-462C-9304-7273698ED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0D53D3E2-805E-40D2-964F-352BF6D476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B7A9A916-A926-43E6-800F-432ABC3F24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24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ythrough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AD6C87-F411-376F-E5F0-75577A914E67}"/>
              </a:ext>
            </a:extLst>
          </p:cNvPr>
          <p:cNvSpPr txBox="1"/>
          <p:nvPr/>
        </p:nvSpPr>
        <p:spPr>
          <a:xfrm>
            <a:off x="239486" y="2688772"/>
            <a:ext cx="5169221" cy="36675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vi-VN" sz="3000" b="1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vi-VN" sz="3000" b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3000" b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KIỂM TRA TRẠNG THÁI TỒN KHO (FUNCTION)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6457DA4-A587-8A65-C9C6-31D604ABC20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9196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300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1EADCAF8-8823-4E89-8612-21029831A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8CA07B2-0819-4B62-9425-7A52BBDD70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DA02BEE4-A5D4-40AF-882D-49D34B086F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F5843EB-154F-4459-8954-BB1DF64BBD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75905135-55D9-431B-8D5A-4C5C92B1F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accent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9B732812-A0BB-4324-B390-DFEF26C109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01FEC055-6F76-4E20-BC93-76C2F58EA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D74CD21D-122E-4F3D-82AF-F4A37C278A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5A7FF51F-3820-41BE-8690-7E758ECFA7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gradFill>
              <a:gsLst>
                <a:gs pos="813">
                  <a:schemeClr val="bg1">
                    <a:alpha val="41000"/>
                  </a:schemeClr>
                </a:gs>
                <a:gs pos="20000">
                  <a:schemeClr val="accent5">
                    <a:lumMod val="85000"/>
                    <a:alpha val="56000"/>
                  </a:schemeClr>
                </a:gs>
                <a:gs pos="44000">
                  <a:schemeClr val="accent6">
                    <a:lumMod val="40000"/>
                    <a:lumOff val="60000"/>
                    <a:alpha val="57000"/>
                  </a:schemeClr>
                </a:gs>
                <a:gs pos="100000">
                  <a:schemeClr val="bg1">
                    <a:alpha val="59000"/>
                  </a:schemeClr>
                </a:gs>
                <a:gs pos="74000">
                  <a:schemeClr val="accent1">
                    <a:lumMod val="91000"/>
                    <a:lumOff val="9000"/>
                    <a:alpha val="34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85EAD889-EA4D-485F-BA9C-F6473A4329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3DD1235C-2F04-06DA-6898-6050B211593B}"/>
              </a:ext>
            </a:extLst>
          </p:cNvPr>
          <p:cNvSpPr txBox="1"/>
          <p:nvPr/>
        </p:nvSpPr>
        <p:spPr>
          <a:xfrm>
            <a:off x="3045368" y="2043663"/>
            <a:ext cx="6105194" cy="20310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>
                <a:solidFill>
                  <a:schemeClr val="tx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CẢM ƠN THẦY VÀ CÁC BẠN ĐÃ LẮNG NGHE</a:t>
            </a:r>
            <a:r>
              <a:rPr lang="vi-VN" sz="4000" b="1" kern="1200">
                <a:solidFill>
                  <a:schemeClr val="tx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!</a:t>
            </a:r>
            <a:endParaRPr lang="en-US" sz="4000" b="1" kern="1200">
              <a:solidFill>
                <a:schemeClr val="tx2"/>
              </a:solidFill>
              <a:effectLst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31226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1986</TotalTime>
  <Words>1025</Words>
  <Application>Microsoft Office PowerPoint</Application>
  <PresentationFormat>Widescreen</PresentationFormat>
  <Paragraphs>113</Paragraphs>
  <Slides>15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bzktranthao@gmail.com</dc:creator>
  <cp:lastModifiedBy>bzktranthao@gmail.com</cp:lastModifiedBy>
  <cp:revision>45</cp:revision>
  <dcterms:created xsi:type="dcterms:W3CDTF">2026-01-22T02:04:21Z</dcterms:created>
  <dcterms:modified xsi:type="dcterms:W3CDTF">2026-01-26T03:03:26Z</dcterms:modified>
</cp:coreProperties>
</file>